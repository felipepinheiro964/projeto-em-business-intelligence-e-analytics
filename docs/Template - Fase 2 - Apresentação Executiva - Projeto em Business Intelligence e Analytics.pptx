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handoutMasterIdLst>
    <p:handoutMasterId r:id="rId10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46D2"/>
    <a:srgbClr val="646491"/>
    <a:srgbClr val="192350"/>
    <a:srgbClr val="56579B"/>
    <a:srgbClr val="EEEEFC"/>
    <a:srgbClr val="19266B"/>
    <a:srgbClr val="393683"/>
    <a:srgbClr val="000000"/>
    <a:srgbClr val="344C90"/>
    <a:srgbClr val="2E42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7" autoAdjust="0"/>
  </p:normalViewPr>
  <p:slideViewPr>
    <p:cSldViewPr snapToGrid="0">
      <p:cViewPr>
        <p:scale>
          <a:sx n="50" d="100"/>
          <a:sy n="50" d="100"/>
        </p:scale>
        <p:origin x="-204" y="8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3099443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5AA023C6-56D6-F152-8B49-4085D087A29F}"/>
              </a:ext>
            </a:extLst>
          </p:cNvPr>
          <p:cNvSpPr txBox="1">
            <a:spLocks/>
          </p:cNvSpPr>
          <p:nvPr/>
        </p:nvSpPr>
        <p:spPr>
          <a:xfrm>
            <a:off x="928688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rebaixamente calculada para cada um dos 20 clubes de Série A na temporada 2025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FE5BDC7B-EF69-B6F8-0C32-8ED6164BA7FB}"/>
              </a:ext>
            </a:extLst>
          </p:cNvPr>
          <p:cNvSpPr txBox="1">
            <a:spLocks/>
          </p:cNvSpPr>
          <p:nvPr/>
        </p:nvSpPr>
        <p:spPr>
          <a:xfrm>
            <a:off x="6007894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variavel preditiva.</a:t>
            </a:r>
          </a:p>
        </p:txBody>
      </p:sp>
      <p:sp>
        <p:nvSpPr>
          <p:cNvPr id="10" name="Espaço Reservado para Texto 1">
            <a:extLst>
              <a:ext uri="{FF2B5EF4-FFF2-40B4-BE49-F238E27FC236}">
                <a16:creationId xmlns:a16="http://schemas.microsoft.com/office/drawing/2014/main" id="{98FCB85E-93B7-1FC3-3C47-C54599E4A6F4}"/>
              </a:ext>
            </a:extLst>
          </p:cNvPr>
          <p:cNvSpPr txBox="1">
            <a:spLocks/>
          </p:cNvSpPr>
          <p:nvPr/>
        </p:nvSpPr>
        <p:spPr>
          <a:xfrm>
            <a:off x="11087100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Python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928688" y="3799757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739AE78C-57B9-A849-E87A-6F48116B96F1}"/>
              </a:ext>
            </a:extLst>
          </p:cNvPr>
          <p:cNvSpPr txBox="1">
            <a:spLocks/>
          </p:cNvSpPr>
          <p:nvPr/>
        </p:nvSpPr>
        <p:spPr>
          <a:xfrm>
            <a:off x="928688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rebaixamente calculada para cada um dos 20 clubes de Série A na temporada 2025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61F207CE-E01C-6EED-159C-D03B17C8D0A6}"/>
              </a:ext>
            </a:extLst>
          </p:cNvPr>
          <p:cNvSpPr txBox="1">
            <a:spLocks/>
          </p:cNvSpPr>
          <p:nvPr/>
        </p:nvSpPr>
        <p:spPr>
          <a:xfrm>
            <a:off x="6007894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variavel preditiva.</a:t>
            </a:r>
          </a:p>
        </p:txBody>
      </p:sp>
      <p:sp>
        <p:nvSpPr>
          <p:cNvPr id="10" name="Espaço Reservado para Texto 1">
            <a:extLst>
              <a:ext uri="{FF2B5EF4-FFF2-40B4-BE49-F238E27FC236}">
                <a16:creationId xmlns:a16="http://schemas.microsoft.com/office/drawing/2014/main" id="{0A70C441-77D9-7936-1F04-CB6B04935D29}"/>
              </a:ext>
            </a:extLst>
          </p:cNvPr>
          <p:cNvSpPr txBox="1">
            <a:spLocks/>
          </p:cNvSpPr>
          <p:nvPr/>
        </p:nvSpPr>
        <p:spPr>
          <a:xfrm>
            <a:off x="11087100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2117</TotalTime>
  <Words>244</Words>
  <Application>Microsoft Office PowerPoint</Application>
  <PresentationFormat>Personalizados</PresentationFormat>
  <Paragraphs>26</Paragraphs>
  <Slides>5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259</cp:revision>
  <dcterms:created xsi:type="dcterms:W3CDTF">2024-07-05T13:08:06Z</dcterms:created>
  <dcterms:modified xsi:type="dcterms:W3CDTF">2026-09-04T01:59:35Z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