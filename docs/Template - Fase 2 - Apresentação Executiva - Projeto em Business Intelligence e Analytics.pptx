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>
        <p:scale>
          <a:sx n="75" d="100"/>
          <a:sy n="75" d="100"/>
        </p:scale>
        <p:origin x="-1308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2" y="6031149"/>
            <a:ext cx="7506971" cy="262794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Links vai vir aqui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2342</TotalTime>
  <Words>201</Words>
  <Application>Microsoft Office PowerPoint</Application>
  <PresentationFormat>Personalizados</PresentationFormat>
  <Paragraphs>21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265</cp:revision>
  <dcterms:created xsi:type="dcterms:W3CDTF">2024-07-05T13:08:06Z</dcterms:created>
  <dcterms:modified xsi:type="dcterms:W3CDTF">2026-09-05T01:54:37Z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