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0"/>
  </p:notesMasterIdLst>
  <p:handoutMasterIdLst>
    <p:handoutMasterId r:id="rId11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667" autoAdjust="0"/>
  </p:normalViewPr>
  <p:slideViewPr>
    <p:cSldViewPr snapToGrid="0">
      <p:cViewPr varScale="1">
        <p:scale>
          <a:sx n="49" d="100"/>
          <a:sy n="49" d="100"/>
        </p:scale>
        <p:origin x="42" y="9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928688" y="2041451"/>
            <a:ext cx="14544674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Python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928688" y="3799757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8" y="4370466"/>
            <a:ext cx="3430905" cy="4288631"/>
          </a:xfrm>
          <a:prstGeom prst="rect">
            <a:avLst/>
          </a:prstGeom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4535487" y="4425157"/>
            <a:ext cx="7506971" cy="4233939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Algum texto vai vir aqui</a:t>
            </a: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2323</TotalTime>
  <Words>170</Words>
  <Application>Microsoft Office PowerPoint</Application>
  <PresentationFormat>Personalizados</PresentationFormat>
  <Paragraphs>21</Paragraphs>
  <Slides>5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263</cp:revision>
  <dcterms:created xsi:type="dcterms:W3CDTF">2024-07-05T13:08:06Z</dcterms:created>
  <dcterms:modified xsi:type="dcterms:W3CDTF">2026-09-05T01:35:49Z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