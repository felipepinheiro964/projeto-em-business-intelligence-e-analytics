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5" r:id="rId4"/>
  </p:sldMasterIdLst>
  <p:notesMasterIdLst>
    <p:notesMasterId r:id="rId12"/>
  </p:notesMasterIdLst>
  <p:handoutMasterIdLst>
    <p:handoutMasterId r:id="rId13"/>
  </p:handoutMasterIdLst>
  <p:sldIdLst>
    <p:sldId id="288" r:id="rId5"/>
    <p:sldId id="302" r:id="rId6"/>
    <p:sldId id="304" r:id="rId7"/>
    <p:sldId id="305" r:id="rId8"/>
    <p:sldId id="306" r:id="rId9"/>
    <p:sldId id="307" r:id="rId10"/>
    <p:sldId id="300" r:id="rId11"/>
  </p:sldIdLst>
  <p:sldSz cx="16402050" cy="9601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DB409441-E25A-462F-9A2D-B5D2AB63FBF8}">
          <p14:sldIdLst>
            <p14:sldId id="288"/>
            <p14:sldId id="302"/>
            <p14:sldId id="304"/>
            <p14:sldId id="305"/>
            <p14:sldId id="306"/>
            <p14:sldId id="307"/>
            <p14:sldId id="300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E6E6"/>
    <a:srgbClr val="DCD7D2"/>
    <a:srgbClr val="8246D2"/>
    <a:srgbClr val="646491"/>
    <a:srgbClr val="192350"/>
    <a:srgbClr val="56579B"/>
    <a:srgbClr val="EEEEFC"/>
    <a:srgbClr val="19266B"/>
    <a:srgbClr val="393683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298" autoAdjust="0"/>
    <p:restoredTop sz="94438" autoAdjust="0"/>
  </p:normalViewPr>
  <p:slideViewPr>
    <p:cSldViewPr snapToGrid="0">
      <p:cViewPr varScale="1">
        <p:scale>
          <a:sx n="49" d="100"/>
          <a:sy n="49" d="100"/>
        </p:scale>
        <p:origin x="42" y="91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70" d="100"/>
        <a:sy n="7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108" y="52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faela Boletti Duraes Souto" userId="78f52f2a-2d51-4833-a638-c8c75f30638a" providerId="ADAL" clId="{03D0FF63-8FEF-49B8-A9DA-C9A2B3956324}"/>
    <pc:docChg chg="undo modMainMaster">
      <pc:chgData name="Rafaela Boletti Duraes Souto" userId="78f52f2a-2d51-4833-a638-c8c75f30638a" providerId="ADAL" clId="{03D0FF63-8FEF-49B8-A9DA-C9A2B3956324}" dt="2025-05-08T12:30:49.267" v="133" actId="12788"/>
      <pc:docMkLst>
        <pc:docMk/>
      </pc:docMkLst>
      <pc:sldMasterChg chg="modSldLayout">
        <pc:chgData name="Rafaela Boletti Duraes Souto" userId="78f52f2a-2d51-4833-a638-c8c75f30638a" providerId="ADAL" clId="{03D0FF63-8FEF-49B8-A9DA-C9A2B3956324}" dt="2025-05-08T12:30:49.267" v="133" actId="12788"/>
        <pc:sldMasterMkLst>
          <pc:docMk/>
          <pc:sldMasterMk cId="1747979782" sldId="2147483665"/>
        </pc:sldMasterMkLst>
        <pc:sldLayoutChg chg="addSp delSp modSp">
          <pc:chgData name="Rafaela Boletti Duraes Souto" userId="78f52f2a-2d51-4833-a638-c8c75f30638a" providerId="ADAL" clId="{03D0FF63-8FEF-49B8-A9DA-C9A2B3956324}" dt="2025-05-08T12:30:49.267" v="133" actId="12788"/>
          <pc:sldLayoutMkLst>
            <pc:docMk/>
            <pc:sldMasterMk cId="1747979782" sldId="2147483665"/>
            <pc:sldLayoutMk cId="959556121" sldId="2147483707"/>
          </pc:sldLayoutMkLst>
          <pc:spChg chg="add del mod">
            <ac:chgData name="Rafaela Boletti Duraes Souto" userId="78f52f2a-2d51-4833-a638-c8c75f30638a" providerId="ADAL" clId="{03D0FF63-8FEF-49B8-A9DA-C9A2B3956324}" dt="2025-05-08T12:30:49.267" v="133" actId="12788"/>
            <ac:spMkLst>
              <pc:docMk/>
              <pc:sldMasterMk cId="1747979782" sldId="2147483665"/>
              <pc:sldLayoutMk cId="959556121" sldId="2147483707"/>
              <ac:spMk id="14" creationId="{4B73456F-61AF-4547-97EF-7A33FBA993AC}"/>
            </ac:spMkLst>
          </pc:spChg>
        </pc:sldLayoutChg>
      </pc:sldMasterChg>
    </pc:docChg>
  </pc:docChgLst>
  <pc:docChgLst>
    <pc:chgData name="Rafaela Boletti Duraes Souto" userId="78f52f2a-2d51-4833-a638-c8c75f30638a" providerId="ADAL" clId="{3072E378-0BC3-46EF-92A3-96EEAF7BEDB3}"/>
    <pc:docChg chg="undo custSel modMainMaster">
      <pc:chgData name="Rafaela Boletti Duraes Souto" userId="78f52f2a-2d51-4833-a638-c8c75f30638a" providerId="ADAL" clId="{3072E378-0BC3-46EF-92A3-96EEAF7BEDB3}" dt="2025-03-31T19:38:58.148" v="167" actId="1035"/>
      <pc:docMkLst>
        <pc:docMk/>
      </pc:docMkLst>
      <pc:sldMasterChg chg="modSldLayout">
        <pc:chgData name="Rafaela Boletti Duraes Souto" userId="78f52f2a-2d51-4833-a638-c8c75f30638a" providerId="ADAL" clId="{3072E378-0BC3-46EF-92A3-96EEAF7BEDB3}" dt="2025-03-31T19:38:58.148" v="167" actId="1035"/>
        <pc:sldMasterMkLst>
          <pc:docMk/>
          <pc:sldMasterMk cId="1747979782" sldId="2147483665"/>
        </pc:sldMasterMkLst>
        <pc:sldLayoutChg chg="addSp delSp modSp">
          <pc:chgData name="Rafaela Boletti Duraes Souto" userId="78f52f2a-2d51-4833-a638-c8c75f30638a" providerId="ADAL" clId="{3072E378-0BC3-46EF-92A3-96EEAF7BEDB3}" dt="2025-03-31T19:37:52.174" v="141" actId="1076"/>
          <pc:sldLayoutMkLst>
            <pc:docMk/>
            <pc:sldMasterMk cId="1747979782" sldId="2147483665"/>
            <pc:sldLayoutMk cId="1417832495" sldId="2147483696"/>
          </pc:sldLayoutMkLst>
          <pc:spChg chg="mod">
            <ac:chgData name="Rafaela Boletti Duraes Souto" userId="78f52f2a-2d51-4833-a638-c8c75f30638a" providerId="ADAL" clId="{3072E378-0BC3-46EF-92A3-96EEAF7BEDB3}" dt="2025-03-31T19:37:52.174" v="141" actId="1076"/>
            <ac:spMkLst>
              <pc:docMk/>
              <pc:sldMasterMk cId="1747979782" sldId="2147483665"/>
              <pc:sldLayoutMk cId="1417832495" sldId="2147483696"/>
              <ac:spMk id="9" creationId="{FA034C09-59DD-4564-9C6E-8F60F069EB37}"/>
            </ac:spMkLst>
          </pc:spChg>
          <pc:spChg chg="add ord">
            <ac:chgData name="Rafaela Boletti Duraes Souto" userId="78f52f2a-2d51-4833-a638-c8c75f30638a" providerId="ADAL" clId="{3072E378-0BC3-46EF-92A3-96EEAF7BEDB3}" dt="2025-03-31T19:22:26.178" v="14" actId="167"/>
            <ac:spMkLst>
              <pc:docMk/>
              <pc:sldMasterMk cId="1747979782" sldId="2147483665"/>
              <pc:sldLayoutMk cId="1417832495" sldId="2147483696"/>
              <ac:spMk id="13" creationId="{5E837148-19BD-4164-965C-6A241D06D853}"/>
            </ac:spMkLst>
          </pc:spChg>
          <pc:spChg chg="add mod">
            <ac:chgData name="Rafaela Boletti Duraes Souto" userId="78f52f2a-2d51-4833-a638-c8c75f30638a" providerId="ADAL" clId="{3072E378-0BC3-46EF-92A3-96EEAF7BEDB3}" dt="2025-03-31T19:29:02.544" v="22" actId="207"/>
            <ac:spMkLst>
              <pc:docMk/>
              <pc:sldMasterMk cId="1747979782" sldId="2147483665"/>
              <pc:sldLayoutMk cId="1417832495" sldId="2147483696"/>
              <ac:spMk id="17" creationId="{973AD855-C71D-41C0-8F1D-FEFA9D3A9581}"/>
            </ac:spMkLst>
          </pc:spChg>
          <pc:spChg chg="add del mod">
            <ac:chgData name="Rafaela Boletti Duraes Souto" userId="78f52f2a-2d51-4833-a638-c8c75f30638a" providerId="ADAL" clId="{3072E378-0BC3-46EF-92A3-96EEAF7BEDB3}" dt="2025-03-31T19:29:04.448" v="23" actId="478"/>
            <ac:spMkLst>
              <pc:docMk/>
              <pc:sldMasterMk cId="1747979782" sldId="2147483665"/>
              <pc:sldLayoutMk cId="1417832495" sldId="2147483696"/>
              <ac:spMk id="18" creationId="{F0B19AFE-B6F1-4483-960C-15E5E88B392A}"/>
            </ac:spMkLst>
          </pc:spChg>
          <pc:spChg chg="add">
            <ac:chgData name="Rafaela Boletti Duraes Souto" userId="78f52f2a-2d51-4833-a638-c8c75f30638a" providerId="ADAL" clId="{3072E378-0BC3-46EF-92A3-96EEAF7BEDB3}" dt="2025-03-31T19:37:48.562" v="140"/>
            <ac:spMkLst>
              <pc:docMk/>
              <pc:sldMasterMk cId="1747979782" sldId="2147483665"/>
              <pc:sldLayoutMk cId="1417832495" sldId="2147483696"/>
              <ac:spMk id="19" creationId="{1353A036-17D9-4E9E-9704-A08842166D53}"/>
            </ac:spMkLst>
          </pc:spChg>
          <pc:spChg chg="del">
            <ac:chgData name="Rafaela Boletti Duraes Souto" userId="78f52f2a-2d51-4833-a638-c8c75f30638a" providerId="ADAL" clId="{3072E378-0BC3-46EF-92A3-96EEAF7BEDB3}" dt="2025-03-31T19:28:43.308" v="19" actId="478"/>
            <ac:spMkLst>
              <pc:docMk/>
              <pc:sldMasterMk cId="1747979782" sldId="2147483665"/>
              <pc:sldLayoutMk cId="1417832495" sldId="2147483696"/>
              <ac:spMk id="20" creationId="{116CAF9D-886C-40BC-A8C2-77F02A323D85}"/>
            </ac:spMkLst>
          </pc:spChg>
          <pc:grpChg chg="del">
            <ac:chgData name="Rafaela Boletti Duraes Souto" userId="78f52f2a-2d51-4833-a638-c8c75f30638a" providerId="ADAL" clId="{3072E378-0BC3-46EF-92A3-96EEAF7BEDB3}" dt="2025-03-31T19:37:48.168" v="139" actId="478"/>
            <ac:grpSpMkLst>
              <pc:docMk/>
              <pc:sldMasterMk cId="1747979782" sldId="2147483665"/>
              <pc:sldLayoutMk cId="1417832495" sldId="2147483696"/>
              <ac:grpSpMk id="10" creationId="{86C6CB5B-AE2B-4093-8335-D3DCCA9390B2}"/>
            </ac:grpSpMkLst>
          </pc:grpChg>
          <pc:grpChg chg="del">
            <ac:chgData name="Rafaela Boletti Duraes Souto" userId="78f52f2a-2d51-4833-a638-c8c75f30638a" providerId="ADAL" clId="{3072E378-0BC3-46EF-92A3-96EEAF7BEDB3}" dt="2025-03-31T19:28:28.897" v="16" actId="478"/>
            <ac:grpSpMkLst>
              <pc:docMk/>
              <pc:sldMasterMk cId="1747979782" sldId="2147483665"/>
              <pc:sldLayoutMk cId="1417832495" sldId="2147483696"/>
              <ac:grpSpMk id="14" creationId="{B70FB7A2-C821-4005-9581-A434F16907DD}"/>
            </ac:grpSpMkLst>
          </pc:grpChg>
          <pc:picChg chg="add">
            <ac:chgData name="Rafaela Boletti Duraes Souto" userId="78f52f2a-2d51-4833-a638-c8c75f30638a" providerId="ADAL" clId="{3072E378-0BC3-46EF-92A3-96EEAF7BEDB3}" dt="2025-03-31T19:37:48.562" v="140"/>
            <ac:picMkLst>
              <pc:docMk/>
              <pc:sldMasterMk cId="1747979782" sldId="2147483665"/>
              <pc:sldLayoutMk cId="1417832495" sldId="2147483696"/>
              <ac:picMk id="21" creationId="{BB788BAF-7DDB-4210-A352-F3FA18110B7E}"/>
            </ac:picMkLst>
          </pc:picChg>
        </pc:sldLayoutChg>
        <pc:sldLayoutChg chg="addSp delSp modSp">
          <pc:chgData name="Rafaela Boletti Duraes Souto" userId="78f52f2a-2d51-4833-a638-c8c75f30638a" providerId="ADAL" clId="{3072E378-0BC3-46EF-92A3-96EEAF7BEDB3}" dt="2025-03-31T19:38:01.289" v="148" actId="1036"/>
          <pc:sldLayoutMkLst>
            <pc:docMk/>
            <pc:sldMasterMk cId="1747979782" sldId="2147483665"/>
            <pc:sldLayoutMk cId="3455226965" sldId="2147483703"/>
          </pc:sldLayoutMkLst>
          <pc:spChg chg="del">
            <ac:chgData name="Rafaela Boletti Duraes Souto" userId="78f52f2a-2d51-4833-a638-c8c75f30638a" providerId="ADAL" clId="{3072E378-0BC3-46EF-92A3-96EEAF7BEDB3}" dt="2025-03-31T19:33:12.212" v="73" actId="478"/>
            <ac:spMkLst>
              <pc:docMk/>
              <pc:sldMasterMk cId="1747979782" sldId="2147483665"/>
              <pc:sldLayoutMk cId="3455226965" sldId="2147483703"/>
              <ac:spMk id="10" creationId="{BB5C9B73-6D52-4F37-94E6-944F3BB56E05}"/>
            </ac:spMkLst>
          </pc:spChg>
          <pc:spChg chg="add ord">
            <ac:chgData name="Rafaela Boletti Duraes Souto" userId="78f52f2a-2d51-4833-a638-c8c75f30638a" providerId="ADAL" clId="{3072E378-0BC3-46EF-92A3-96EEAF7BEDB3}" dt="2025-03-31T19:33:15.271" v="75" actId="167"/>
            <ac:spMkLst>
              <pc:docMk/>
              <pc:sldMasterMk cId="1747979782" sldId="2147483665"/>
              <pc:sldLayoutMk cId="3455226965" sldId="2147483703"/>
              <ac:spMk id="11" creationId="{85AC51AE-23D2-45C2-A6C4-33D754A70E7D}"/>
            </ac:spMkLst>
          </pc:spChg>
          <pc:spChg chg="add ord">
            <ac:chgData name="Rafaela Boletti Duraes Souto" userId="78f52f2a-2d51-4833-a638-c8c75f30638a" providerId="ADAL" clId="{3072E378-0BC3-46EF-92A3-96EEAF7BEDB3}" dt="2025-03-31T19:33:15.271" v="75" actId="167"/>
            <ac:spMkLst>
              <pc:docMk/>
              <pc:sldMasterMk cId="1747979782" sldId="2147483665"/>
              <pc:sldLayoutMk cId="3455226965" sldId="2147483703"/>
              <ac:spMk id="12" creationId="{98C28BEA-010B-40D0-87FA-AA14F0BD4605}"/>
            </ac:spMkLst>
          </pc:spChg>
          <pc:spChg chg="add">
            <ac:chgData name="Rafaela Boletti Duraes Souto" userId="78f52f2a-2d51-4833-a638-c8c75f30638a" providerId="ADAL" clId="{3072E378-0BC3-46EF-92A3-96EEAF7BEDB3}" dt="2025-03-31T19:37:37.568" v="138"/>
            <ac:spMkLst>
              <pc:docMk/>
              <pc:sldMasterMk cId="1747979782" sldId="2147483665"/>
              <pc:sldLayoutMk cId="3455226965" sldId="2147483703"/>
              <ac:spMk id="13" creationId="{3217B83B-D21F-4662-BB75-5413B2BF7977}"/>
            </ac:spMkLst>
          </pc:spChg>
          <pc:spChg chg="mod">
            <ac:chgData name="Rafaela Boletti Duraes Souto" userId="78f52f2a-2d51-4833-a638-c8c75f30638a" providerId="ADAL" clId="{3072E378-0BC3-46EF-92A3-96EEAF7BEDB3}" dt="2025-03-31T19:38:01.289" v="148" actId="1036"/>
            <ac:spMkLst>
              <pc:docMk/>
              <pc:sldMasterMk cId="1747979782" sldId="2147483665"/>
              <pc:sldLayoutMk cId="3455226965" sldId="2147483703"/>
              <ac:spMk id="18" creationId="{97B09D44-09F1-42EB-9D42-609A3774D191}"/>
            </ac:spMkLst>
          </pc:spChg>
          <pc:grpChg chg="del">
            <ac:chgData name="Rafaela Boletti Duraes Souto" userId="78f52f2a-2d51-4833-a638-c8c75f30638a" providerId="ADAL" clId="{3072E378-0BC3-46EF-92A3-96EEAF7BEDB3}" dt="2025-03-31T19:37:37.268" v="137" actId="478"/>
            <ac:grpSpMkLst>
              <pc:docMk/>
              <pc:sldMasterMk cId="1747979782" sldId="2147483665"/>
              <pc:sldLayoutMk cId="3455226965" sldId="2147483703"/>
              <ac:grpSpMk id="20" creationId="{C069DABA-CA51-481C-87E8-9591818EEB9F}"/>
            </ac:grpSpMkLst>
          </pc:grpChg>
          <pc:grpChg chg="del">
            <ac:chgData name="Rafaela Boletti Duraes Souto" userId="78f52f2a-2d51-4833-a638-c8c75f30638a" providerId="ADAL" clId="{3072E378-0BC3-46EF-92A3-96EEAF7BEDB3}" dt="2025-03-31T19:33:12.212" v="73" actId="478"/>
            <ac:grpSpMkLst>
              <pc:docMk/>
              <pc:sldMasterMk cId="1747979782" sldId="2147483665"/>
              <pc:sldLayoutMk cId="3455226965" sldId="2147483703"/>
              <ac:grpSpMk id="23" creationId="{D9D9683D-F94C-48E5-9F09-2F6C1BAB97EA}"/>
            </ac:grpSpMkLst>
          </pc:grpChg>
          <pc:picChg chg="add">
            <ac:chgData name="Rafaela Boletti Duraes Souto" userId="78f52f2a-2d51-4833-a638-c8c75f30638a" providerId="ADAL" clId="{3072E378-0BC3-46EF-92A3-96EEAF7BEDB3}" dt="2025-03-31T19:37:37.568" v="138"/>
            <ac:picMkLst>
              <pc:docMk/>
              <pc:sldMasterMk cId="1747979782" sldId="2147483665"/>
              <pc:sldLayoutMk cId="3455226965" sldId="2147483703"/>
              <ac:picMk id="14" creationId="{4354F9AB-FA02-40BC-94B0-478F68FD159A}"/>
            </ac:picMkLst>
          </pc:picChg>
        </pc:sldLayoutChg>
        <pc:sldLayoutChg chg="addSp delSp modSp">
          <pc:chgData name="Rafaela Boletti Duraes Souto" userId="78f52f2a-2d51-4833-a638-c8c75f30638a" providerId="ADAL" clId="{3072E378-0BC3-46EF-92A3-96EEAF7BEDB3}" dt="2025-03-31T19:38:26.636" v="154"/>
          <pc:sldLayoutMkLst>
            <pc:docMk/>
            <pc:sldMasterMk cId="1747979782" sldId="2147483665"/>
            <pc:sldLayoutMk cId="1258947625" sldId="2147483705"/>
          </pc:sldLayoutMkLst>
          <pc:spChg chg="mod">
            <ac:chgData name="Rafaela Boletti Duraes Souto" userId="78f52f2a-2d51-4833-a638-c8c75f30638a" providerId="ADAL" clId="{3072E378-0BC3-46EF-92A3-96EEAF7BEDB3}" dt="2025-03-31T19:33:32.066" v="79" actId="207"/>
            <ac:spMkLst>
              <pc:docMk/>
              <pc:sldMasterMk cId="1747979782" sldId="2147483665"/>
              <pc:sldLayoutMk cId="1258947625" sldId="2147483705"/>
              <ac:spMk id="9" creationId="{FA034C09-59DD-4564-9C6E-8F60F069EB37}"/>
            </ac:spMkLst>
          </pc:spChg>
          <pc:spChg chg="del">
            <ac:chgData name="Rafaela Boletti Duraes Souto" userId="78f52f2a-2d51-4833-a638-c8c75f30638a" providerId="ADAL" clId="{3072E378-0BC3-46EF-92A3-96EEAF7BEDB3}" dt="2025-03-31T19:30:11.655" v="37" actId="478"/>
            <ac:spMkLst>
              <pc:docMk/>
              <pc:sldMasterMk cId="1747979782" sldId="2147483665"/>
              <pc:sldLayoutMk cId="1258947625" sldId="2147483705"/>
              <ac:spMk id="13" creationId="{CE157B05-BE37-42FC-9921-5734532276FD}"/>
            </ac:spMkLst>
          </pc:spChg>
          <pc:spChg chg="add ord">
            <ac:chgData name="Rafaela Boletti Duraes Souto" userId="78f52f2a-2d51-4833-a638-c8c75f30638a" providerId="ADAL" clId="{3072E378-0BC3-46EF-92A3-96EEAF7BEDB3}" dt="2025-03-31T19:30:13.691" v="39" actId="167"/>
            <ac:spMkLst>
              <pc:docMk/>
              <pc:sldMasterMk cId="1747979782" sldId="2147483665"/>
              <pc:sldLayoutMk cId="1258947625" sldId="2147483705"/>
              <ac:spMk id="17" creationId="{660A6460-B176-49E9-83E6-4236135CEBE4}"/>
            </ac:spMkLst>
          </pc:spChg>
          <pc:spChg chg="add ord">
            <ac:chgData name="Rafaela Boletti Duraes Souto" userId="78f52f2a-2d51-4833-a638-c8c75f30638a" providerId="ADAL" clId="{3072E378-0BC3-46EF-92A3-96EEAF7BEDB3}" dt="2025-03-31T19:30:13.691" v="39" actId="167"/>
            <ac:spMkLst>
              <pc:docMk/>
              <pc:sldMasterMk cId="1747979782" sldId="2147483665"/>
              <pc:sldLayoutMk cId="1258947625" sldId="2147483705"/>
              <ac:spMk id="18" creationId="{CCDF1FBA-ED05-4FB0-AB4F-E01F2CBA5534}"/>
            </ac:spMkLst>
          </pc:spChg>
          <pc:spChg chg="add">
            <ac:chgData name="Rafaela Boletti Duraes Souto" userId="78f52f2a-2d51-4833-a638-c8c75f30638a" providerId="ADAL" clId="{3072E378-0BC3-46EF-92A3-96EEAF7BEDB3}" dt="2025-03-31T19:38:26.636" v="154"/>
            <ac:spMkLst>
              <pc:docMk/>
              <pc:sldMasterMk cId="1747979782" sldId="2147483665"/>
              <pc:sldLayoutMk cId="1258947625" sldId="2147483705"/>
              <ac:spMk id="19" creationId="{5594E56C-E820-46B8-ACC1-F2BF69928467}"/>
            </ac:spMkLst>
          </pc:spChg>
          <pc:grpChg chg="del">
            <ac:chgData name="Rafaela Boletti Duraes Souto" userId="78f52f2a-2d51-4833-a638-c8c75f30638a" providerId="ADAL" clId="{3072E378-0BC3-46EF-92A3-96EEAF7BEDB3}" dt="2025-03-31T19:38:23.029" v="153" actId="478"/>
            <ac:grpSpMkLst>
              <pc:docMk/>
              <pc:sldMasterMk cId="1747979782" sldId="2147483665"/>
              <pc:sldLayoutMk cId="1258947625" sldId="2147483705"/>
              <ac:grpSpMk id="10" creationId="{86C6CB5B-AE2B-4093-8335-D3DCCA9390B2}"/>
            </ac:grpSpMkLst>
          </pc:grpChg>
          <pc:grpChg chg="del">
            <ac:chgData name="Rafaela Boletti Duraes Souto" userId="78f52f2a-2d51-4833-a638-c8c75f30638a" providerId="ADAL" clId="{3072E378-0BC3-46EF-92A3-96EEAF7BEDB3}" dt="2025-03-31T19:30:11.655" v="37" actId="478"/>
            <ac:grpSpMkLst>
              <pc:docMk/>
              <pc:sldMasterMk cId="1747979782" sldId="2147483665"/>
              <pc:sldLayoutMk cId="1258947625" sldId="2147483705"/>
              <ac:grpSpMk id="14" creationId="{334B37F2-BC37-40E8-A4B0-6336FA1DF1AD}"/>
            </ac:grpSpMkLst>
          </pc:grpChg>
          <pc:picChg chg="add">
            <ac:chgData name="Rafaela Boletti Duraes Souto" userId="78f52f2a-2d51-4833-a638-c8c75f30638a" providerId="ADAL" clId="{3072E378-0BC3-46EF-92A3-96EEAF7BEDB3}" dt="2025-03-31T19:38:26.636" v="154"/>
            <ac:picMkLst>
              <pc:docMk/>
              <pc:sldMasterMk cId="1747979782" sldId="2147483665"/>
              <pc:sldLayoutMk cId="1258947625" sldId="2147483705"/>
              <ac:picMk id="20" creationId="{D806F0BB-2733-4143-A878-068CBB914D83}"/>
            </ac:picMkLst>
          </pc:picChg>
        </pc:sldLayoutChg>
        <pc:sldLayoutChg chg="addSp delSp modSp">
          <pc:chgData name="Rafaela Boletti Duraes Souto" userId="78f52f2a-2d51-4833-a638-c8c75f30638a" providerId="ADAL" clId="{3072E378-0BC3-46EF-92A3-96EEAF7BEDB3}" dt="2025-03-31T19:38:06.233" v="150" actId="1035"/>
          <pc:sldLayoutMkLst>
            <pc:docMk/>
            <pc:sldMasterMk cId="1747979782" sldId="2147483665"/>
            <pc:sldLayoutMk cId="55212957" sldId="2147483707"/>
          </pc:sldLayoutMkLst>
          <pc:spChg chg="add ord">
            <ac:chgData name="Rafaela Boletti Duraes Souto" userId="78f52f2a-2d51-4833-a638-c8c75f30638a" providerId="ADAL" clId="{3072E378-0BC3-46EF-92A3-96EEAF7BEDB3}" dt="2025-03-31T19:29:33.715" v="26" actId="167"/>
            <ac:spMkLst>
              <pc:docMk/>
              <pc:sldMasterMk cId="1747979782" sldId="2147483665"/>
              <pc:sldLayoutMk cId="55212957" sldId="2147483707"/>
              <ac:spMk id="11" creationId="{31365953-D351-44C7-9765-C07CF36B6C52}"/>
            </ac:spMkLst>
          </pc:spChg>
          <pc:spChg chg="add ord">
            <ac:chgData name="Rafaela Boletti Duraes Souto" userId="78f52f2a-2d51-4833-a638-c8c75f30638a" providerId="ADAL" clId="{3072E378-0BC3-46EF-92A3-96EEAF7BEDB3}" dt="2025-03-31T19:29:33.715" v="26" actId="167"/>
            <ac:spMkLst>
              <pc:docMk/>
              <pc:sldMasterMk cId="1747979782" sldId="2147483665"/>
              <pc:sldLayoutMk cId="55212957" sldId="2147483707"/>
              <ac:spMk id="12" creationId="{3BD0C867-911A-48B1-AFB1-AB125D368928}"/>
            </ac:spMkLst>
          </pc:spChg>
          <pc:spChg chg="mod">
            <ac:chgData name="Rafaela Boletti Duraes Souto" userId="78f52f2a-2d51-4833-a638-c8c75f30638a" providerId="ADAL" clId="{3072E378-0BC3-46EF-92A3-96EEAF7BEDB3}" dt="2025-03-31T19:38:06.233" v="150" actId="1035"/>
            <ac:spMkLst>
              <pc:docMk/>
              <pc:sldMasterMk cId="1747979782" sldId="2147483665"/>
              <pc:sldLayoutMk cId="55212957" sldId="2147483707"/>
              <ac:spMk id="19" creationId="{ADA911F7-F870-4379-9B09-DFDDF9DDD2F1}"/>
            </ac:spMkLst>
          </pc:spChg>
          <pc:spChg chg="mod topLvl">
            <ac:chgData name="Rafaela Boletti Duraes Souto" userId="78f52f2a-2d51-4833-a638-c8c75f30638a" providerId="ADAL" clId="{3072E378-0BC3-46EF-92A3-96EEAF7BEDB3}" dt="2025-03-31T19:36:31.216" v="114" actId="1036"/>
            <ac:spMkLst>
              <pc:docMk/>
              <pc:sldMasterMk cId="1747979782" sldId="2147483665"/>
              <pc:sldLayoutMk cId="55212957" sldId="2147483707"/>
              <ac:spMk id="21" creationId="{F7C4A3BC-A435-421D-8A82-37891A0FDD53}"/>
            </ac:spMkLst>
          </pc:spChg>
          <pc:spChg chg="del">
            <ac:chgData name="Rafaela Boletti Duraes Souto" userId="78f52f2a-2d51-4833-a638-c8c75f30638a" providerId="ADAL" clId="{3072E378-0BC3-46EF-92A3-96EEAF7BEDB3}" dt="2025-03-31T19:29:30.011" v="24" actId="478"/>
            <ac:spMkLst>
              <pc:docMk/>
              <pc:sldMasterMk cId="1747979782" sldId="2147483665"/>
              <pc:sldLayoutMk cId="55212957" sldId="2147483707"/>
              <ac:spMk id="24" creationId="{7B775188-12AA-429D-9869-77BE4B33066C}"/>
            </ac:spMkLst>
          </pc:spChg>
          <pc:spChg chg="mod">
            <ac:chgData name="Rafaela Boletti Duraes Souto" userId="78f52f2a-2d51-4833-a638-c8c75f30638a" providerId="ADAL" clId="{3072E378-0BC3-46EF-92A3-96EEAF7BEDB3}" dt="2025-03-31T19:38:06.233" v="150" actId="1035"/>
            <ac:spMkLst>
              <pc:docMk/>
              <pc:sldMasterMk cId="1747979782" sldId="2147483665"/>
              <pc:sldLayoutMk cId="55212957" sldId="2147483707"/>
              <ac:spMk id="26" creationId="{D8183263-5E3B-494C-88C6-7C3034B4D6A1}"/>
            </ac:spMkLst>
          </pc:spChg>
          <pc:grpChg chg="del">
            <ac:chgData name="Rafaela Boletti Duraes Souto" userId="78f52f2a-2d51-4833-a638-c8c75f30638a" providerId="ADAL" clId="{3072E378-0BC3-46EF-92A3-96EEAF7BEDB3}" dt="2025-03-31T19:35:14.543" v="84" actId="165"/>
            <ac:grpSpMkLst>
              <pc:docMk/>
              <pc:sldMasterMk cId="1747979782" sldId="2147483665"/>
              <pc:sldLayoutMk cId="55212957" sldId="2147483707"/>
              <ac:grpSpMk id="20" creationId="{C069DABA-CA51-481C-87E8-9591818EEB9F}"/>
            </ac:grpSpMkLst>
          </pc:grpChg>
          <pc:grpChg chg="del">
            <ac:chgData name="Rafaela Boletti Duraes Souto" userId="78f52f2a-2d51-4833-a638-c8c75f30638a" providerId="ADAL" clId="{3072E378-0BC3-46EF-92A3-96EEAF7BEDB3}" dt="2025-03-31T19:29:30.011" v="24" actId="478"/>
            <ac:grpSpMkLst>
              <pc:docMk/>
              <pc:sldMasterMk cId="1747979782" sldId="2147483665"/>
              <pc:sldLayoutMk cId="55212957" sldId="2147483707"/>
              <ac:grpSpMk id="29" creationId="{8DFAB7D6-E7E6-46F4-BBEC-65BE09B78587}"/>
            </ac:grpSpMkLst>
          </pc:grpChg>
          <pc:picChg chg="mod topLvl">
            <ac:chgData name="Rafaela Boletti Duraes Souto" userId="78f52f2a-2d51-4833-a638-c8c75f30638a" providerId="ADAL" clId="{3072E378-0BC3-46EF-92A3-96EEAF7BEDB3}" dt="2025-03-31T19:37:22.911" v="126" actId="1035"/>
            <ac:picMkLst>
              <pc:docMk/>
              <pc:sldMasterMk cId="1747979782" sldId="2147483665"/>
              <pc:sldLayoutMk cId="55212957" sldId="2147483707"/>
              <ac:picMk id="22" creationId="{1263C67A-E251-4E63-AFFC-72D246AACF3E}"/>
            </ac:picMkLst>
          </pc:picChg>
        </pc:sldLayoutChg>
        <pc:sldLayoutChg chg="addSp delSp modSp">
          <pc:chgData name="Rafaela Boletti Duraes Souto" userId="78f52f2a-2d51-4833-a638-c8c75f30638a" providerId="ADAL" clId="{3072E378-0BC3-46EF-92A3-96EEAF7BEDB3}" dt="2025-03-31T19:38:09.304" v="152"/>
          <pc:sldLayoutMkLst>
            <pc:docMk/>
            <pc:sldMasterMk cId="1747979782" sldId="2147483665"/>
            <pc:sldLayoutMk cId="146151045" sldId="2147483709"/>
          </pc:sldLayoutMkLst>
          <pc:spChg chg="del">
            <ac:chgData name="Rafaela Boletti Duraes Souto" userId="78f52f2a-2d51-4833-a638-c8c75f30638a" providerId="ADAL" clId="{3072E378-0BC3-46EF-92A3-96EEAF7BEDB3}" dt="2025-03-31T19:29:58.817" v="33" actId="478"/>
            <ac:spMkLst>
              <pc:docMk/>
              <pc:sldMasterMk cId="1747979782" sldId="2147483665"/>
              <pc:sldLayoutMk cId="146151045" sldId="2147483709"/>
              <ac:spMk id="10" creationId="{A8169CCE-70A8-4A55-9703-5ADCA9EF0ABA}"/>
            </ac:spMkLst>
          </pc:spChg>
          <pc:spChg chg="add ord">
            <ac:chgData name="Rafaela Boletti Duraes Souto" userId="78f52f2a-2d51-4833-a638-c8c75f30638a" providerId="ADAL" clId="{3072E378-0BC3-46EF-92A3-96EEAF7BEDB3}" dt="2025-03-31T19:30:01.507" v="35" actId="167"/>
            <ac:spMkLst>
              <pc:docMk/>
              <pc:sldMasterMk cId="1747979782" sldId="2147483665"/>
              <pc:sldLayoutMk cId="146151045" sldId="2147483709"/>
              <ac:spMk id="12" creationId="{CB8B345F-DD73-4E9E-AD18-F0BDD895895F}"/>
            </ac:spMkLst>
          </pc:spChg>
          <pc:spChg chg="add ord">
            <ac:chgData name="Rafaela Boletti Duraes Souto" userId="78f52f2a-2d51-4833-a638-c8c75f30638a" providerId="ADAL" clId="{3072E378-0BC3-46EF-92A3-96EEAF7BEDB3}" dt="2025-03-31T19:30:01.507" v="35" actId="167"/>
            <ac:spMkLst>
              <pc:docMk/>
              <pc:sldMasterMk cId="1747979782" sldId="2147483665"/>
              <pc:sldLayoutMk cId="146151045" sldId="2147483709"/>
              <ac:spMk id="13" creationId="{AAA7EAE7-3CCE-4E3C-A01D-090F2B99EE33}"/>
            </ac:spMkLst>
          </pc:spChg>
          <pc:spChg chg="add">
            <ac:chgData name="Rafaela Boletti Duraes Souto" userId="78f52f2a-2d51-4833-a638-c8c75f30638a" providerId="ADAL" clId="{3072E378-0BC3-46EF-92A3-96EEAF7BEDB3}" dt="2025-03-31T19:38:09.304" v="152"/>
            <ac:spMkLst>
              <pc:docMk/>
              <pc:sldMasterMk cId="1747979782" sldId="2147483665"/>
              <pc:sldLayoutMk cId="146151045" sldId="2147483709"/>
              <ac:spMk id="14" creationId="{A33EAE45-2991-47EF-ACAB-FE2855CD4F3A}"/>
            </ac:spMkLst>
          </pc:spChg>
          <pc:spChg chg="mod">
            <ac:chgData name="Rafaela Boletti Duraes Souto" userId="78f52f2a-2d51-4833-a638-c8c75f30638a" providerId="ADAL" clId="{3072E378-0BC3-46EF-92A3-96EEAF7BEDB3}" dt="2025-03-31T19:33:27.724" v="78" actId="207"/>
            <ac:spMkLst>
              <pc:docMk/>
              <pc:sldMasterMk cId="1747979782" sldId="2147483665"/>
              <pc:sldLayoutMk cId="146151045" sldId="2147483709"/>
              <ac:spMk id="19" creationId="{ADA911F7-F870-4379-9B09-DFDDF9DDD2F1}"/>
            </ac:spMkLst>
          </pc:spChg>
          <pc:grpChg chg="del">
            <ac:chgData name="Rafaela Boletti Duraes Souto" userId="78f52f2a-2d51-4833-a638-c8c75f30638a" providerId="ADAL" clId="{3072E378-0BC3-46EF-92A3-96EEAF7BEDB3}" dt="2025-03-31T19:29:58.817" v="33" actId="478"/>
            <ac:grpSpMkLst>
              <pc:docMk/>
              <pc:sldMasterMk cId="1747979782" sldId="2147483665"/>
              <pc:sldLayoutMk cId="146151045" sldId="2147483709"/>
              <ac:grpSpMk id="11" creationId="{BAFB1205-4E7F-4CC4-A3D8-AC7ADAF5F7B7}"/>
            </ac:grpSpMkLst>
          </pc:grpChg>
          <pc:grpChg chg="del">
            <ac:chgData name="Rafaela Boletti Duraes Souto" userId="78f52f2a-2d51-4833-a638-c8c75f30638a" providerId="ADAL" clId="{3072E378-0BC3-46EF-92A3-96EEAF7BEDB3}" dt="2025-03-31T19:38:08.487" v="151" actId="478"/>
            <ac:grpSpMkLst>
              <pc:docMk/>
              <pc:sldMasterMk cId="1747979782" sldId="2147483665"/>
              <pc:sldLayoutMk cId="146151045" sldId="2147483709"/>
              <ac:grpSpMk id="20" creationId="{C069DABA-CA51-481C-87E8-9591818EEB9F}"/>
            </ac:grpSpMkLst>
          </pc:grpChg>
          <pc:picChg chg="add">
            <ac:chgData name="Rafaela Boletti Duraes Souto" userId="78f52f2a-2d51-4833-a638-c8c75f30638a" providerId="ADAL" clId="{3072E378-0BC3-46EF-92A3-96EEAF7BEDB3}" dt="2025-03-31T19:38:09.304" v="152"/>
            <ac:picMkLst>
              <pc:docMk/>
              <pc:sldMasterMk cId="1747979782" sldId="2147483665"/>
              <pc:sldLayoutMk cId="146151045" sldId="2147483709"/>
              <ac:picMk id="15" creationId="{1C62AF46-3078-4248-B00F-CBF1C6498C23}"/>
            </ac:picMkLst>
          </pc:picChg>
        </pc:sldLayoutChg>
        <pc:sldLayoutChg chg="addSp delSp modSp">
          <pc:chgData name="Rafaela Boletti Duraes Souto" userId="78f52f2a-2d51-4833-a638-c8c75f30638a" providerId="ADAL" clId="{3072E378-0BC3-46EF-92A3-96EEAF7BEDB3}" dt="2025-03-31T19:38:37.790" v="158" actId="1036"/>
          <pc:sldLayoutMkLst>
            <pc:docMk/>
            <pc:sldMasterMk cId="1747979782" sldId="2147483665"/>
            <pc:sldLayoutMk cId="1297693704" sldId="2147483712"/>
          </pc:sldLayoutMkLst>
          <pc:spChg chg="mod">
            <ac:chgData name="Rafaela Boletti Duraes Souto" userId="78f52f2a-2d51-4833-a638-c8c75f30638a" providerId="ADAL" clId="{3072E378-0BC3-46EF-92A3-96EEAF7BEDB3}" dt="2025-03-31T19:38:37.790" v="158" actId="1036"/>
            <ac:spMkLst>
              <pc:docMk/>
              <pc:sldMasterMk cId="1747979782" sldId="2147483665"/>
              <pc:sldLayoutMk cId="1297693704" sldId="2147483712"/>
              <ac:spMk id="9" creationId="{FA034C09-59DD-4564-9C6E-8F60F069EB37}"/>
            </ac:spMkLst>
          </pc:spChg>
          <pc:spChg chg="del">
            <ac:chgData name="Rafaela Boletti Duraes Souto" userId="78f52f2a-2d51-4833-a638-c8c75f30638a" providerId="ADAL" clId="{3072E378-0BC3-46EF-92A3-96EEAF7BEDB3}" dt="2025-03-31T19:31:35.961" v="67" actId="478"/>
            <ac:spMkLst>
              <pc:docMk/>
              <pc:sldMasterMk cId="1747979782" sldId="2147483665"/>
              <pc:sldLayoutMk cId="1297693704" sldId="2147483712"/>
              <ac:spMk id="13" creationId="{E20FAD81-35E1-48C8-9B46-11AF26DF2396}"/>
            </ac:spMkLst>
          </pc:spChg>
          <pc:spChg chg="add ord">
            <ac:chgData name="Rafaela Boletti Duraes Souto" userId="78f52f2a-2d51-4833-a638-c8c75f30638a" providerId="ADAL" clId="{3072E378-0BC3-46EF-92A3-96EEAF7BEDB3}" dt="2025-03-31T19:31:38.103" v="69" actId="167"/>
            <ac:spMkLst>
              <pc:docMk/>
              <pc:sldMasterMk cId="1747979782" sldId="2147483665"/>
              <pc:sldLayoutMk cId="1297693704" sldId="2147483712"/>
              <ac:spMk id="17" creationId="{586B8C82-BA24-43ED-B881-D6B28CBE9AD5}"/>
            </ac:spMkLst>
          </pc:spChg>
          <pc:spChg chg="add ord">
            <ac:chgData name="Rafaela Boletti Duraes Souto" userId="78f52f2a-2d51-4833-a638-c8c75f30638a" providerId="ADAL" clId="{3072E378-0BC3-46EF-92A3-96EEAF7BEDB3}" dt="2025-03-31T19:31:38.103" v="69" actId="167"/>
            <ac:spMkLst>
              <pc:docMk/>
              <pc:sldMasterMk cId="1747979782" sldId="2147483665"/>
              <pc:sldLayoutMk cId="1297693704" sldId="2147483712"/>
              <ac:spMk id="18" creationId="{6FDE99D1-FAD1-4848-84A2-DBF5A7412528}"/>
            </ac:spMkLst>
          </pc:spChg>
          <pc:spChg chg="add">
            <ac:chgData name="Rafaela Boletti Duraes Souto" userId="78f52f2a-2d51-4833-a638-c8c75f30638a" providerId="ADAL" clId="{3072E378-0BC3-46EF-92A3-96EEAF7BEDB3}" dt="2025-03-31T19:38:33.151" v="156"/>
            <ac:spMkLst>
              <pc:docMk/>
              <pc:sldMasterMk cId="1747979782" sldId="2147483665"/>
              <pc:sldLayoutMk cId="1297693704" sldId="2147483712"/>
              <ac:spMk id="19" creationId="{86405306-4DCF-48DF-8A09-F75E67FE213E}"/>
            </ac:spMkLst>
          </pc:spChg>
          <pc:grpChg chg="del">
            <ac:chgData name="Rafaela Boletti Duraes Souto" userId="78f52f2a-2d51-4833-a638-c8c75f30638a" providerId="ADAL" clId="{3072E378-0BC3-46EF-92A3-96EEAF7BEDB3}" dt="2025-03-31T19:38:32.234" v="155" actId="478"/>
            <ac:grpSpMkLst>
              <pc:docMk/>
              <pc:sldMasterMk cId="1747979782" sldId="2147483665"/>
              <pc:sldLayoutMk cId="1297693704" sldId="2147483712"/>
              <ac:grpSpMk id="10" creationId="{86C6CB5B-AE2B-4093-8335-D3DCCA9390B2}"/>
            </ac:grpSpMkLst>
          </pc:grpChg>
          <pc:grpChg chg="del">
            <ac:chgData name="Rafaela Boletti Duraes Souto" userId="78f52f2a-2d51-4833-a638-c8c75f30638a" providerId="ADAL" clId="{3072E378-0BC3-46EF-92A3-96EEAF7BEDB3}" dt="2025-03-31T19:31:35.961" v="67" actId="478"/>
            <ac:grpSpMkLst>
              <pc:docMk/>
              <pc:sldMasterMk cId="1747979782" sldId="2147483665"/>
              <pc:sldLayoutMk cId="1297693704" sldId="2147483712"/>
              <ac:grpSpMk id="14" creationId="{181AE9B7-E269-4192-B859-3126C08691AB}"/>
            </ac:grpSpMkLst>
          </pc:grpChg>
          <pc:picChg chg="add">
            <ac:chgData name="Rafaela Boletti Duraes Souto" userId="78f52f2a-2d51-4833-a638-c8c75f30638a" providerId="ADAL" clId="{3072E378-0BC3-46EF-92A3-96EEAF7BEDB3}" dt="2025-03-31T19:38:33.151" v="156"/>
            <ac:picMkLst>
              <pc:docMk/>
              <pc:sldMasterMk cId="1747979782" sldId="2147483665"/>
              <pc:sldLayoutMk cId="1297693704" sldId="2147483712"/>
              <ac:picMk id="20" creationId="{0421E441-036C-41E4-A3E6-3214E17B2DAF}"/>
            </ac:picMkLst>
          </pc:picChg>
        </pc:sldLayoutChg>
        <pc:sldLayoutChg chg="addSp delSp modSp">
          <pc:chgData name="Rafaela Boletti Duraes Souto" userId="78f52f2a-2d51-4833-a638-c8c75f30638a" providerId="ADAL" clId="{3072E378-0BC3-46EF-92A3-96EEAF7BEDB3}" dt="2025-03-31T19:38:45.389" v="162" actId="1036"/>
          <pc:sldLayoutMkLst>
            <pc:docMk/>
            <pc:sldMasterMk cId="1747979782" sldId="2147483665"/>
            <pc:sldLayoutMk cId="624351883" sldId="2147483717"/>
          </pc:sldLayoutMkLst>
          <pc:spChg chg="del">
            <ac:chgData name="Rafaela Boletti Duraes Souto" userId="78f52f2a-2d51-4833-a638-c8c75f30638a" providerId="ADAL" clId="{3072E378-0BC3-46EF-92A3-96EEAF7BEDB3}" dt="2025-03-31T19:30:22.246" v="41" actId="478"/>
            <ac:spMkLst>
              <pc:docMk/>
              <pc:sldMasterMk cId="1747979782" sldId="2147483665"/>
              <pc:sldLayoutMk cId="624351883" sldId="2147483717"/>
              <ac:spMk id="10" creationId="{0C380D5A-024A-40AB-82C9-3891C85E4301}"/>
            </ac:spMkLst>
          </pc:spChg>
          <pc:spChg chg="add ord">
            <ac:chgData name="Rafaela Boletti Duraes Souto" userId="78f52f2a-2d51-4833-a638-c8c75f30638a" providerId="ADAL" clId="{3072E378-0BC3-46EF-92A3-96EEAF7BEDB3}" dt="2025-03-31T19:30:24.297" v="43" actId="167"/>
            <ac:spMkLst>
              <pc:docMk/>
              <pc:sldMasterMk cId="1747979782" sldId="2147483665"/>
              <pc:sldLayoutMk cId="624351883" sldId="2147483717"/>
              <ac:spMk id="12" creationId="{359C996F-A9FF-46AF-912B-E9F9F88973D2}"/>
            </ac:spMkLst>
          </pc:spChg>
          <pc:spChg chg="add ord">
            <ac:chgData name="Rafaela Boletti Duraes Souto" userId="78f52f2a-2d51-4833-a638-c8c75f30638a" providerId="ADAL" clId="{3072E378-0BC3-46EF-92A3-96EEAF7BEDB3}" dt="2025-03-31T19:30:24.297" v="43" actId="167"/>
            <ac:spMkLst>
              <pc:docMk/>
              <pc:sldMasterMk cId="1747979782" sldId="2147483665"/>
              <pc:sldLayoutMk cId="624351883" sldId="2147483717"/>
              <ac:spMk id="13" creationId="{2B61BDD0-D1CD-43CD-B797-17F13A04B17E}"/>
            </ac:spMkLst>
          </pc:spChg>
          <pc:spChg chg="add">
            <ac:chgData name="Rafaela Boletti Duraes Souto" userId="78f52f2a-2d51-4833-a638-c8c75f30638a" providerId="ADAL" clId="{3072E378-0BC3-46EF-92A3-96EEAF7BEDB3}" dt="2025-03-31T19:38:41.983" v="160"/>
            <ac:spMkLst>
              <pc:docMk/>
              <pc:sldMasterMk cId="1747979782" sldId="2147483665"/>
              <pc:sldLayoutMk cId="624351883" sldId="2147483717"/>
              <ac:spMk id="14" creationId="{2EE99BE3-8DF3-4BFB-8A05-51FEC2EF2134}"/>
            </ac:spMkLst>
          </pc:spChg>
          <pc:spChg chg="mod">
            <ac:chgData name="Rafaela Boletti Duraes Souto" userId="78f52f2a-2d51-4833-a638-c8c75f30638a" providerId="ADAL" clId="{3072E378-0BC3-46EF-92A3-96EEAF7BEDB3}" dt="2025-03-31T19:38:45.389" v="162" actId="1036"/>
            <ac:spMkLst>
              <pc:docMk/>
              <pc:sldMasterMk cId="1747979782" sldId="2147483665"/>
              <pc:sldLayoutMk cId="624351883" sldId="2147483717"/>
              <ac:spMk id="19" creationId="{ADA911F7-F870-4379-9B09-DFDDF9DDD2F1}"/>
            </ac:spMkLst>
          </pc:spChg>
          <pc:grpChg chg="del">
            <ac:chgData name="Rafaela Boletti Duraes Souto" userId="78f52f2a-2d51-4833-a638-c8c75f30638a" providerId="ADAL" clId="{3072E378-0BC3-46EF-92A3-96EEAF7BEDB3}" dt="2025-03-31T19:30:22.246" v="41" actId="478"/>
            <ac:grpSpMkLst>
              <pc:docMk/>
              <pc:sldMasterMk cId="1747979782" sldId="2147483665"/>
              <pc:sldLayoutMk cId="624351883" sldId="2147483717"/>
              <ac:grpSpMk id="11" creationId="{9237D9B4-B9B7-4365-BF7E-0B8D69DBC5A8}"/>
            </ac:grpSpMkLst>
          </pc:grpChg>
          <pc:grpChg chg="del">
            <ac:chgData name="Rafaela Boletti Duraes Souto" userId="78f52f2a-2d51-4833-a638-c8c75f30638a" providerId="ADAL" clId="{3072E378-0BC3-46EF-92A3-96EEAF7BEDB3}" dt="2025-03-31T19:38:41.134" v="159" actId="478"/>
            <ac:grpSpMkLst>
              <pc:docMk/>
              <pc:sldMasterMk cId="1747979782" sldId="2147483665"/>
              <pc:sldLayoutMk cId="624351883" sldId="2147483717"/>
              <ac:grpSpMk id="20" creationId="{C069DABA-CA51-481C-87E8-9591818EEB9F}"/>
            </ac:grpSpMkLst>
          </pc:grpChg>
          <pc:picChg chg="add">
            <ac:chgData name="Rafaela Boletti Duraes Souto" userId="78f52f2a-2d51-4833-a638-c8c75f30638a" providerId="ADAL" clId="{3072E378-0BC3-46EF-92A3-96EEAF7BEDB3}" dt="2025-03-31T19:38:41.983" v="160"/>
            <ac:picMkLst>
              <pc:docMk/>
              <pc:sldMasterMk cId="1747979782" sldId="2147483665"/>
              <pc:sldLayoutMk cId="624351883" sldId="2147483717"/>
              <ac:picMk id="15" creationId="{E712451E-8E40-432D-87B5-6250EDB8896F}"/>
            </ac:picMkLst>
          </pc:picChg>
        </pc:sldLayoutChg>
        <pc:sldLayoutChg chg="addSp delSp modSp">
          <pc:chgData name="Rafaela Boletti Duraes Souto" userId="78f52f2a-2d51-4833-a638-c8c75f30638a" providerId="ADAL" clId="{3072E378-0BC3-46EF-92A3-96EEAF7BEDB3}" dt="2025-03-31T19:38:51.618" v="164"/>
          <pc:sldLayoutMkLst>
            <pc:docMk/>
            <pc:sldMasterMk cId="1747979782" sldId="2147483665"/>
            <pc:sldLayoutMk cId="3489669611" sldId="2147483720"/>
          </pc:sldLayoutMkLst>
          <pc:spChg chg="del">
            <ac:chgData name="Rafaela Boletti Duraes Souto" userId="78f52f2a-2d51-4833-a638-c8c75f30638a" providerId="ADAL" clId="{3072E378-0BC3-46EF-92A3-96EEAF7BEDB3}" dt="2025-03-31T19:30:34.531" v="49" actId="478"/>
            <ac:spMkLst>
              <pc:docMk/>
              <pc:sldMasterMk cId="1747979782" sldId="2147483665"/>
              <pc:sldLayoutMk cId="3489669611" sldId="2147483720"/>
              <ac:spMk id="10" creationId="{70CF85F6-5897-4F2C-ACE3-C1D77CCDE1EB}"/>
            </ac:spMkLst>
          </pc:spChg>
          <pc:spChg chg="add mod ord">
            <ac:chgData name="Rafaela Boletti Duraes Souto" userId="78f52f2a-2d51-4833-a638-c8c75f30638a" providerId="ADAL" clId="{3072E378-0BC3-46EF-92A3-96EEAF7BEDB3}" dt="2025-03-31T19:30:40.479" v="53" actId="1076"/>
            <ac:spMkLst>
              <pc:docMk/>
              <pc:sldMasterMk cId="1747979782" sldId="2147483665"/>
              <pc:sldLayoutMk cId="3489669611" sldId="2147483720"/>
              <ac:spMk id="12" creationId="{C317ABBE-DB15-4149-813B-3ADD5448080E}"/>
            </ac:spMkLst>
          </pc:spChg>
          <pc:spChg chg="add ord">
            <ac:chgData name="Rafaela Boletti Duraes Souto" userId="78f52f2a-2d51-4833-a638-c8c75f30638a" providerId="ADAL" clId="{3072E378-0BC3-46EF-92A3-96EEAF7BEDB3}" dt="2025-03-31T19:30:37.151" v="51" actId="167"/>
            <ac:spMkLst>
              <pc:docMk/>
              <pc:sldMasterMk cId="1747979782" sldId="2147483665"/>
              <pc:sldLayoutMk cId="3489669611" sldId="2147483720"/>
              <ac:spMk id="13" creationId="{C45198F2-44DE-4961-A534-C46D8B0C74E3}"/>
            </ac:spMkLst>
          </pc:spChg>
          <pc:spChg chg="add">
            <ac:chgData name="Rafaela Boletti Duraes Souto" userId="78f52f2a-2d51-4833-a638-c8c75f30638a" providerId="ADAL" clId="{3072E378-0BC3-46EF-92A3-96EEAF7BEDB3}" dt="2025-03-31T19:38:51.618" v="164"/>
            <ac:spMkLst>
              <pc:docMk/>
              <pc:sldMasterMk cId="1747979782" sldId="2147483665"/>
              <pc:sldLayoutMk cId="3489669611" sldId="2147483720"/>
              <ac:spMk id="14" creationId="{0ABE0133-416C-47CF-B81B-B2CC98AD4EEB}"/>
            </ac:spMkLst>
          </pc:spChg>
          <pc:spChg chg="mod">
            <ac:chgData name="Rafaela Boletti Duraes Souto" userId="78f52f2a-2d51-4833-a638-c8c75f30638a" providerId="ADAL" clId="{3072E378-0BC3-46EF-92A3-96EEAF7BEDB3}" dt="2025-03-31T19:33:46.211" v="82" actId="207"/>
            <ac:spMkLst>
              <pc:docMk/>
              <pc:sldMasterMk cId="1747979782" sldId="2147483665"/>
              <pc:sldLayoutMk cId="3489669611" sldId="2147483720"/>
              <ac:spMk id="19" creationId="{ADA911F7-F870-4379-9B09-DFDDF9DDD2F1}"/>
            </ac:spMkLst>
          </pc:spChg>
          <pc:grpChg chg="del">
            <ac:chgData name="Rafaela Boletti Duraes Souto" userId="78f52f2a-2d51-4833-a638-c8c75f30638a" providerId="ADAL" clId="{3072E378-0BC3-46EF-92A3-96EEAF7BEDB3}" dt="2025-03-31T19:30:34.531" v="49" actId="478"/>
            <ac:grpSpMkLst>
              <pc:docMk/>
              <pc:sldMasterMk cId="1747979782" sldId="2147483665"/>
              <pc:sldLayoutMk cId="3489669611" sldId="2147483720"/>
              <ac:grpSpMk id="11" creationId="{47791B01-4BA3-4668-99A7-74F000004E87}"/>
            </ac:grpSpMkLst>
          </pc:grpChg>
          <pc:grpChg chg="del">
            <ac:chgData name="Rafaela Boletti Duraes Souto" userId="78f52f2a-2d51-4833-a638-c8c75f30638a" providerId="ADAL" clId="{3072E378-0BC3-46EF-92A3-96EEAF7BEDB3}" dt="2025-03-31T19:38:50.785" v="163" actId="478"/>
            <ac:grpSpMkLst>
              <pc:docMk/>
              <pc:sldMasterMk cId="1747979782" sldId="2147483665"/>
              <pc:sldLayoutMk cId="3489669611" sldId="2147483720"/>
              <ac:grpSpMk id="20" creationId="{C069DABA-CA51-481C-87E8-9591818EEB9F}"/>
            </ac:grpSpMkLst>
          </pc:grpChg>
          <pc:picChg chg="add">
            <ac:chgData name="Rafaela Boletti Duraes Souto" userId="78f52f2a-2d51-4833-a638-c8c75f30638a" providerId="ADAL" clId="{3072E378-0BC3-46EF-92A3-96EEAF7BEDB3}" dt="2025-03-31T19:38:51.618" v="164"/>
            <ac:picMkLst>
              <pc:docMk/>
              <pc:sldMasterMk cId="1747979782" sldId="2147483665"/>
              <pc:sldLayoutMk cId="3489669611" sldId="2147483720"/>
              <ac:picMk id="15" creationId="{A4E1A8AE-6DB4-44EB-B1FD-99C8B7173577}"/>
            </ac:picMkLst>
          </pc:picChg>
        </pc:sldLayoutChg>
        <pc:sldLayoutChg chg="addSp delSp modSp">
          <pc:chgData name="Rafaela Boletti Duraes Souto" userId="78f52f2a-2d51-4833-a638-c8c75f30638a" providerId="ADAL" clId="{3072E378-0BC3-46EF-92A3-96EEAF7BEDB3}" dt="2025-03-31T19:38:58.148" v="167" actId="1035"/>
          <pc:sldLayoutMkLst>
            <pc:docMk/>
            <pc:sldMasterMk cId="1747979782" sldId="2147483665"/>
            <pc:sldLayoutMk cId="3225192626" sldId="2147483723"/>
          </pc:sldLayoutMkLst>
          <pc:spChg chg="del">
            <ac:chgData name="Rafaela Boletti Duraes Souto" userId="78f52f2a-2d51-4833-a638-c8c75f30638a" providerId="ADAL" clId="{3072E378-0BC3-46EF-92A3-96EEAF7BEDB3}" dt="2025-03-31T19:30:53.506" v="63" actId="478"/>
            <ac:spMkLst>
              <pc:docMk/>
              <pc:sldMasterMk cId="1747979782" sldId="2147483665"/>
              <pc:sldLayoutMk cId="3225192626" sldId="2147483723"/>
              <ac:spMk id="10" creationId="{9792DA56-F790-49D8-985D-505DF7118619}"/>
            </ac:spMkLst>
          </pc:spChg>
          <pc:spChg chg="add ord">
            <ac:chgData name="Rafaela Boletti Duraes Souto" userId="78f52f2a-2d51-4833-a638-c8c75f30638a" providerId="ADAL" clId="{3072E378-0BC3-46EF-92A3-96EEAF7BEDB3}" dt="2025-03-31T19:30:56.055" v="65" actId="167"/>
            <ac:spMkLst>
              <pc:docMk/>
              <pc:sldMasterMk cId="1747979782" sldId="2147483665"/>
              <pc:sldLayoutMk cId="3225192626" sldId="2147483723"/>
              <ac:spMk id="12" creationId="{A516510E-9335-4067-A60E-F2456A555679}"/>
            </ac:spMkLst>
          </pc:spChg>
          <pc:spChg chg="add ord">
            <ac:chgData name="Rafaela Boletti Duraes Souto" userId="78f52f2a-2d51-4833-a638-c8c75f30638a" providerId="ADAL" clId="{3072E378-0BC3-46EF-92A3-96EEAF7BEDB3}" dt="2025-03-31T19:30:56.055" v="65" actId="167"/>
            <ac:spMkLst>
              <pc:docMk/>
              <pc:sldMasterMk cId="1747979782" sldId="2147483665"/>
              <pc:sldLayoutMk cId="3225192626" sldId="2147483723"/>
              <ac:spMk id="13" creationId="{DED44ED0-82C6-40AD-B891-FF21542191E5}"/>
            </ac:spMkLst>
          </pc:spChg>
          <pc:spChg chg="add">
            <ac:chgData name="Rafaela Boletti Duraes Souto" userId="78f52f2a-2d51-4833-a638-c8c75f30638a" providerId="ADAL" clId="{3072E378-0BC3-46EF-92A3-96EEAF7BEDB3}" dt="2025-03-31T19:38:56.180" v="166"/>
            <ac:spMkLst>
              <pc:docMk/>
              <pc:sldMasterMk cId="1747979782" sldId="2147483665"/>
              <pc:sldLayoutMk cId="3225192626" sldId="2147483723"/>
              <ac:spMk id="14" creationId="{08475F97-CB6A-407B-B049-799721993F6C}"/>
            </ac:spMkLst>
          </pc:spChg>
          <pc:spChg chg="mod">
            <ac:chgData name="Rafaela Boletti Duraes Souto" userId="78f52f2a-2d51-4833-a638-c8c75f30638a" providerId="ADAL" clId="{3072E378-0BC3-46EF-92A3-96EEAF7BEDB3}" dt="2025-03-31T19:38:58.148" v="167" actId="1035"/>
            <ac:spMkLst>
              <pc:docMk/>
              <pc:sldMasterMk cId="1747979782" sldId="2147483665"/>
              <pc:sldLayoutMk cId="3225192626" sldId="2147483723"/>
              <ac:spMk id="19" creationId="{ADA911F7-F870-4379-9B09-DFDDF9DDD2F1}"/>
            </ac:spMkLst>
          </pc:spChg>
          <pc:grpChg chg="del">
            <ac:chgData name="Rafaela Boletti Duraes Souto" userId="78f52f2a-2d51-4833-a638-c8c75f30638a" providerId="ADAL" clId="{3072E378-0BC3-46EF-92A3-96EEAF7BEDB3}" dt="2025-03-31T19:30:53.506" v="63" actId="478"/>
            <ac:grpSpMkLst>
              <pc:docMk/>
              <pc:sldMasterMk cId="1747979782" sldId="2147483665"/>
              <pc:sldLayoutMk cId="3225192626" sldId="2147483723"/>
              <ac:grpSpMk id="11" creationId="{979F5B29-E1E5-462C-B976-4F0266C2E6DC}"/>
            </ac:grpSpMkLst>
          </pc:grpChg>
          <pc:grpChg chg="del">
            <ac:chgData name="Rafaela Boletti Duraes Souto" userId="78f52f2a-2d51-4833-a638-c8c75f30638a" providerId="ADAL" clId="{3072E378-0BC3-46EF-92A3-96EEAF7BEDB3}" dt="2025-03-31T19:38:55.378" v="165" actId="478"/>
            <ac:grpSpMkLst>
              <pc:docMk/>
              <pc:sldMasterMk cId="1747979782" sldId="2147483665"/>
              <pc:sldLayoutMk cId="3225192626" sldId="2147483723"/>
              <ac:grpSpMk id="20" creationId="{C069DABA-CA51-481C-87E8-9591818EEB9F}"/>
            </ac:grpSpMkLst>
          </pc:grpChg>
          <pc:picChg chg="add">
            <ac:chgData name="Rafaela Boletti Duraes Souto" userId="78f52f2a-2d51-4833-a638-c8c75f30638a" providerId="ADAL" clId="{3072E378-0BC3-46EF-92A3-96EEAF7BEDB3}" dt="2025-03-31T19:38:56.180" v="166"/>
            <ac:picMkLst>
              <pc:docMk/>
              <pc:sldMasterMk cId="1747979782" sldId="2147483665"/>
              <pc:sldLayoutMk cId="3225192626" sldId="2147483723"/>
              <ac:picMk id="15" creationId="{F1C10FAA-1757-40FC-92FB-09999E973892}"/>
            </ac:picMkLst>
          </pc:picChg>
        </pc:sldLayoutChg>
      </pc:sldMasterChg>
    </pc:docChg>
  </pc:docChgLst>
  <pc:docChgLst>
    <pc:chgData name="Rafaela Boletti Duraes Souto" userId="78f52f2a-2d51-4833-a638-c8c75f30638a" providerId="ADAL" clId="{7B60E563-4518-4CCE-974E-BC91E59A0147}"/>
    <pc:docChg chg="custSel modSld modMainMaster">
      <pc:chgData name="Rafaela Boletti Duraes Souto" userId="78f52f2a-2d51-4833-a638-c8c75f30638a" providerId="ADAL" clId="{7B60E563-4518-4CCE-974E-BC91E59A0147}" dt="2025-04-29T21:36:12.739" v="53"/>
      <pc:docMkLst>
        <pc:docMk/>
      </pc:docMkLst>
      <pc:sldChg chg="addSp delSp modSp modTransition">
        <pc:chgData name="Rafaela Boletti Duraes Souto" userId="78f52f2a-2d51-4833-a638-c8c75f30638a" providerId="ADAL" clId="{7B60E563-4518-4CCE-974E-BC91E59A0147}" dt="2025-04-29T21:04:24.898" v="11"/>
        <pc:sldMkLst>
          <pc:docMk/>
          <pc:sldMk cId="4066044570" sldId="302"/>
        </pc:sldMkLst>
        <pc:spChg chg="add del mod">
          <ac:chgData name="Rafaela Boletti Duraes Souto" userId="78f52f2a-2d51-4833-a638-c8c75f30638a" providerId="ADAL" clId="{7B60E563-4518-4CCE-974E-BC91E59A0147}" dt="2025-04-29T21:04:24.898" v="11"/>
          <ac:spMkLst>
            <pc:docMk/>
            <pc:sldMk cId="4066044570" sldId="302"/>
            <ac:spMk id="2" creationId="{9F231F41-DE0E-41DF-BB7D-7FA8E186AB3E}"/>
          </ac:spMkLst>
        </pc:spChg>
        <pc:spChg chg="del">
          <ac:chgData name="Rafaela Boletti Duraes Souto" userId="78f52f2a-2d51-4833-a638-c8c75f30638a" providerId="ADAL" clId="{7B60E563-4518-4CCE-974E-BC91E59A0147}" dt="2025-04-29T21:03:30.899" v="2" actId="478"/>
          <ac:spMkLst>
            <pc:docMk/>
            <pc:sldMk cId="4066044570" sldId="302"/>
            <ac:spMk id="15" creationId="{092505F5-26C8-47F6-A403-BDC0170A7BD8}"/>
          </ac:spMkLst>
        </pc:spChg>
        <pc:spChg chg="del">
          <ac:chgData name="Rafaela Boletti Duraes Souto" userId="78f52f2a-2d51-4833-a638-c8c75f30638a" providerId="ADAL" clId="{7B60E563-4518-4CCE-974E-BC91E59A0147}" dt="2025-04-29T21:03:30.899" v="2" actId="478"/>
          <ac:spMkLst>
            <pc:docMk/>
            <pc:sldMk cId="4066044570" sldId="302"/>
            <ac:spMk id="16" creationId="{A02D35F1-A64B-46CB-A5EC-ACDCB8E3C672}"/>
          </ac:spMkLst>
        </pc:spChg>
      </pc:sldChg>
      <pc:sldChg chg="addSp delSp modSp">
        <pc:chgData name="Rafaela Boletti Duraes Souto" userId="78f52f2a-2d51-4833-a638-c8c75f30638a" providerId="ADAL" clId="{7B60E563-4518-4CCE-974E-BC91E59A0147}" dt="2025-04-29T21:07:33.511" v="17"/>
        <pc:sldMkLst>
          <pc:docMk/>
          <pc:sldMk cId="2984868962" sldId="312"/>
        </pc:sldMkLst>
        <pc:spChg chg="add mod">
          <ac:chgData name="Rafaela Boletti Duraes Souto" userId="78f52f2a-2d51-4833-a638-c8c75f30638a" providerId="ADAL" clId="{7B60E563-4518-4CCE-974E-BC91E59A0147}" dt="2025-04-29T21:07:33.511" v="17"/>
          <ac:spMkLst>
            <pc:docMk/>
            <pc:sldMk cId="2984868962" sldId="312"/>
            <ac:spMk id="2" creationId="{C8A98C7A-BAE4-4DD1-9E86-6025D146E1E0}"/>
          </ac:spMkLst>
        </pc:spChg>
        <pc:spChg chg="del">
          <ac:chgData name="Rafaela Boletti Duraes Souto" userId="78f52f2a-2d51-4833-a638-c8c75f30638a" providerId="ADAL" clId="{7B60E563-4518-4CCE-974E-BC91E59A0147}" dt="2025-04-29T21:07:33.511" v="17"/>
          <ac:spMkLst>
            <pc:docMk/>
            <pc:sldMk cId="2984868962" sldId="312"/>
            <ac:spMk id="3" creationId="{83BC5E27-869E-4E52-8C23-1A88190FF1FD}"/>
          </ac:spMkLst>
        </pc:spChg>
      </pc:sldChg>
      <pc:sldChg chg="addSp delSp modSp">
        <pc:chgData name="Rafaela Boletti Duraes Souto" userId="78f52f2a-2d51-4833-a638-c8c75f30638a" providerId="ADAL" clId="{7B60E563-4518-4CCE-974E-BC91E59A0147}" dt="2025-04-29T21:07:35.493" v="18"/>
        <pc:sldMkLst>
          <pc:docMk/>
          <pc:sldMk cId="3721016461" sldId="313"/>
        </pc:sldMkLst>
        <pc:spChg chg="add mod">
          <ac:chgData name="Rafaela Boletti Duraes Souto" userId="78f52f2a-2d51-4833-a638-c8c75f30638a" providerId="ADAL" clId="{7B60E563-4518-4CCE-974E-BC91E59A0147}" dt="2025-04-29T21:07:35.493" v="18"/>
          <ac:spMkLst>
            <pc:docMk/>
            <pc:sldMk cId="3721016461" sldId="313"/>
            <ac:spMk id="2" creationId="{EBB9E76C-9781-4241-9EA6-1A9699B5FA12}"/>
          </ac:spMkLst>
        </pc:spChg>
        <pc:spChg chg="del">
          <ac:chgData name="Rafaela Boletti Duraes Souto" userId="78f52f2a-2d51-4833-a638-c8c75f30638a" providerId="ADAL" clId="{7B60E563-4518-4CCE-974E-BC91E59A0147}" dt="2025-04-29T21:07:35.493" v="18"/>
          <ac:spMkLst>
            <pc:docMk/>
            <pc:sldMk cId="3721016461" sldId="313"/>
            <ac:spMk id="3" creationId="{DB1C159C-7410-4EF7-972C-F88286D33B08}"/>
          </ac:spMkLst>
        </pc:spChg>
      </pc:sldChg>
      <pc:sldChg chg="addSp delSp modSp">
        <pc:chgData name="Rafaela Boletti Duraes Souto" userId="78f52f2a-2d51-4833-a638-c8c75f30638a" providerId="ADAL" clId="{7B60E563-4518-4CCE-974E-BC91E59A0147}" dt="2025-04-29T21:05:24.806" v="14"/>
        <pc:sldMkLst>
          <pc:docMk/>
          <pc:sldMk cId="1551092304" sldId="315"/>
        </pc:sldMkLst>
        <pc:spChg chg="del">
          <ac:chgData name="Rafaela Boletti Duraes Souto" userId="78f52f2a-2d51-4833-a638-c8c75f30638a" providerId="ADAL" clId="{7B60E563-4518-4CCE-974E-BC91E59A0147}" dt="2025-04-29T21:05:24.806" v="14"/>
          <ac:spMkLst>
            <pc:docMk/>
            <pc:sldMk cId="1551092304" sldId="315"/>
            <ac:spMk id="2" creationId="{2B201FDC-EEFE-4123-AA7D-7D03AD1F36D4}"/>
          </ac:spMkLst>
        </pc:spChg>
        <pc:spChg chg="add mod">
          <ac:chgData name="Rafaela Boletti Duraes Souto" userId="78f52f2a-2d51-4833-a638-c8c75f30638a" providerId="ADAL" clId="{7B60E563-4518-4CCE-974E-BC91E59A0147}" dt="2025-04-29T21:05:24.806" v="14"/>
          <ac:spMkLst>
            <pc:docMk/>
            <pc:sldMk cId="1551092304" sldId="315"/>
            <ac:spMk id="3" creationId="{95F7FFF7-0231-4EE2-80F2-F6CCED02B31A}"/>
          </ac:spMkLst>
        </pc:spChg>
      </pc:sldChg>
      <pc:sldChg chg="addSp delSp modSp">
        <pc:chgData name="Rafaela Boletti Duraes Souto" userId="78f52f2a-2d51-4833-a638-c8c75f30638a" providerId="ADAL" clId="{7B60E563-4518-4CCE-974E-BC91E59A0147}" dt="2025-04-29T21:36:12.739" v="53"/>
        <pc:sldMkLst>
          <pc:docMk/>
          <pc:sldMk cId="327908660" sldId="318"/>
        </pc:sldMkLst>
        <pc:spChg chg="del">
          <ac:chgData name="Rafaela Boletti Duraes Souto" userId="78f52f2a-2d51-4833-a638-c8c75f30638a" providerId="ADAL" clId="{7B60E563-4518-4CCE-974E-BC91E59A0147}" dt="2025-04-29T21:08:17.440" v="21"/>
          <ac:spMkLst>
            <pc:docMk/>
            <pc:sldMk cId="327908660" sldId="318"/>
            <ac:spMk id="2" creationId="{7E6B4A78-8D24-0B17-EFF1-5C8AF956FEE1}"/>
          </ac:spMkLst>
        </pc:spChg>
        <pc:spChg chg="add mod">
          <ac:chgData name="Rafaela Boletti Duraes Souto" userId="78f52f2a-2d51-4833-a638-c8c75f30638a" providerId="ADAL" clId="{7B60E563-4518-4CCE-974E-BC91E59A0147}" dt="2025-04-29T21:36:12.739" v="53"/>
          <ac:spMkLst>
            <pc:docMk/>
            <pc:sldMk cId="327908660" sldId="318"/>
            <ac:spMk id="2" creationId="{A46847EC-883E-4593-9D15-4DF2EAA68AE8}"/>
          </ac:spMkLst>
        </pc:spChg>
        <pc:spChg chg="add del mod">
          <ac:chgData name="Rafaela Boletti Duraes Souto" userId="78f52f2a-2d51-4833-a638-c8c75f30638a" providerId="ADAL" clId="{7B60E563-4518-4CCE-974E-BC91E59A0147}" dt="2025-04-29T21:36:12.739" v="53"/>
          <ac:spMkLst>
            <pc:docMk/>
            <pc:sldMk cId="327908660" sldId="318"/>
            <ac:spMk id="3" creationId="{24990043-50DA-4C7E-AC8F-3E08D31AC26E}"/>
          </ac:spMkLst>
        </pc:spChg>
      </pc:sldChg>
      <pc:sldMasterChg chg="modSldLayout">
        <pc:chgData name="Rafaela Boletti Duraes Souto" userId="78f52f2a-2d51-4833-a638-c8c75f30638a" providerId="ADAL" clId="{7B60E563-4518-4CCE-974E-BC91E59A0147}" dt="2025-04-29T21:36:03.166" v="52" actId="20577"/>
        <pc:sldMasterMkLst>
          <pc:docMk/>
          <pc:sldMasterMk cId="1747979782" sldId="2147483665"/>
        </pc:sldMasterMkLst>
        <pc:sldLayoutChg chg="addSp delSp">
          <pc:chgData name="Rafaela Boletti Duraes Souto" userId="78f52f2a-2d51-4833-a638-c8c75f30638a" providerId="ADAL" clId="{7B60E563-4518-4CCE-974E-BC91E59A0147}" dt="2025-04-29T21:04:23.749" v="10"/>
          <pc:sldLayoutMkLst>
            <pc:docMk/>
            <pc:sldMasterMk cId="1747979782" sldId="2147483665"/>
            <pc:sldLayoutMk cId="1710461186" sldId="2147483706"/>
          </pc:sldLayoutMkLst>
          <pc:spChg chg="del">
            <ac:chgData name="Rafaela Boletti Duraes Souto" userId="78f52f2a-2d51-4833-a638-c8c75f30638a" providerId="ADAL" clId="{7B60E563-4518-4CCE-974E-BC91E59A0147}" dt="2025-04-29T21:03:43.199" v="3" actId="478"/>
            <ac:spMkLst>
              <pc:docMk/>
              <pc:sldMasterMk cId="1747979782" sldId="2147483665"/>
              <pc:sldLayoutMk cId="1710461186" sldId="2147483706"/>
              <ac:spMk id="10" creationId="{A3E46545-5E91-4C76-87DB-86D3C5ED1CF2}"/>
            </ac:spMkLst>
          </pc:spChg>
          <pc:spChg chg="add del">
            <ac:chgData name="Rafaela Boletti Duraes Souto" userId="78f52f2a-2d51-4833-a638-c8c75f30638a" providerId="ADAL" clId="{7B60E563-4518-4CCE-974E-BC91E59A0147}" dt="2025-04-29T21:03:46.456" v="5" actId="478"/>
            <ac:spMkLst>
              <pc:docMk/>
              <pc:sldMasterMk cId="1747979782" sldId="2147483665"/>
              <pc:sldLayoutMk cId="1710461186" sldId="2147483706"/>
              <ac:spMk id="11" creationId="{6A358EFD-9CBE-414A-A192-43AA89E4BD9D}"/>
            </ac:spMkLst>
          </pc:spChg>
          <pc:spChg chg="add del">
            <ac:chgData name="Rafaela Boletti Duraes Souto" userId="78f52f2a-2d51-4833-a638-c8c75f30638a" providerId="ADAL" clId="{7B60E563-4518-4CCE-974E-BC91E59A0147}" dt="2025-04-29T21:04:23.749" v="10"/>
            <ac:spMkLst>
              <pc:docMk/>
              <pc:sldMasterMk cId="1747979782" sldId="2147483665"/>
              <pc:sldLayoutMk cId="1710461186" sldId="2147483706"/>
              <ac:spMk id="12" creationId="{4BE436D4-4143-4968-90B7-24DD96BF03C4}"/>
            </ac:spMkLst>
          </pc:spChg>
          <pc:spChg chg="del">
            <ac:chgData name="Rafaela Boletti Duraes Souto" userId="78f52f2a-2d51-4833-a638-c8c75f30638a" providerId="ADAL" clId="{7B60E563-4518-4CCE-974E-BC91E59A0147}" dt="2025-04-29T21:03:43.199" v="3" actId="478"/>
            <ac:spMkLst>
              <pc:docMk/>
              <pc:sldMasterMk cId="1747979782" sldId="2147483665"/>
              <pc:sldLayoutMk cId="1710461186" sldId="2147483706"/>
              <ac:spMk id="17" creationId="{40C1AF06-63D9-405D-94ED-2270CB6C71F7}"/>
            </ac:spMkLst>
          </pc:spChg>
          <pc:spChg chg="del">
            <ac:chgData name="Rafaela Boletti Duraes Souto" userId="78f52f2a-2d51-4833-a638-c8c75f30638a" providerId="ADAL" clId="{7B60E563-4518-4CCE-974E-BC91E59A0147}" dt="2025-04-29T21:03:43.199" v="3" actId="478"/>
            <ac:spMkLst>
              <pc:docMk/>
              <pc:sldMasterMk cId="1747979782" sldId="2147483665"/>
              <pc:sldLayoutMk cId="1710461186" sldId="2147483706"/>
              <ac:spMk id="18" creationId="{62EECB98-DDAC-4C03-AAD6-C16BDA5AFA51}"/>
            </ac:spMkLst>
          </pc:spChg>
          <pc:spChg chg="del">
            <ac:chgData name="Rafaela Boletti Duraes Souto" userId="78f52f2a-2d51-4833-a638-c8c75f30638a" providerId="ADAL" clId="{7B60E563-4518-4CCE-974E-BC91E59A0147}" dt="2025-04-29T21:03:43.199" v="3" actId="478"/>
            <ac:spMkLst>
              <pc:docMk/>
              <pc:sldMasterMk cId="1747979782" sldId="2147483665"/>
              <pc:sldLayoutMk cId="1710461186" sldId="2147483706"/>
              <ac:spMk id="19" creationId="{E0A2CFC7-7F55-4D80-A9C7-9E5CB7B01E35}"/>
            </ac:spMkLst>
          </pc:spChg>
        </pc:sldLayoutChg>
        <pc:sldLayoutChg chg="modSp">
          <pc:chgData name="Rafaela Boletti Duraes Souto" userId="78f52f2a-2d51-4833-a638-c8c75f30638a" providerId="ADAL" clId="{7B60E563-4518-4CCE-974E-BC91E59A0147}" dt="2025-04-29T21:32:31.018" v="36" actId="20577"/>
          <pc:sldLayoutMkLst>
            <pc:docMk/>
            <pc:sldMasterMk cId="1747979782" sldId="2147483665"/>
            <pc:sldLayoutMk cId="146151045" sldId="2147483709"/>
          </pc:sldLayoutMkLst>
          <pc:spChg chg="mod">
            <ac:chgData name="Rafaela Boletti Duraes Souto" userId="78f52f2a-2d51-4833-a638-c8c75f30638a" providerId="ADAL" clId="{7B60E563-4518-4CCE-974E-BC91E59A0147}" dt="2025-04-29T21:32:31.018" v="36" actId="20577"/>
            <ac:spMkLst>
              <pc:docMk/>
              <pc:sldMasterMk cId="1747979782" sldId="2147483665"/>
              <pc:sldLayoutMk cId="146151045" sldId="2147483709"/>
              <ac:spMk id="19" creationId="{ADA911F7-F870-4379-9B09-DFDDF9DDD2F1}"/>
            </ac:spMkLst>
          </pc:spChg>
        </pc:sldLayoutChg>
        <pc:sldLayoutChg chg="addSp delSp">
          <pc:chgData name="Rafaela Boletti Duraes Souto" userId="78f52f2a-2d51-4833-a638-c8c75f30638a" providerId="ADAL" clId="{7B60E563-4518-4CCE-974E-BC91E59A0147}" dt="2025-04-29T21:05:04.664" v="13"/>
          <pc:sldLayoutMkLst>
            <pc:docMk/>
            <pc:sldMasterMk cId="1747979782" sldId="2147483665"/>
            <pc:sldLayoutMk cId="4078551699" sldId="2147483713"/>
          </pc:sldLayoutMkLst>
          <pc:spChg chg="del">
            <ac:chgData name="Rafaela Boletti Duraes Souto" userId="78f52f2a-2d51-4833-a638-c8c75f30638a" providerId="ADAL" clId="{7B60E563-4518-4CCE-974E-BC91E59A0147}" dt="2025-04-29T21:05:03.250" v="12" actId="478"/>
            <ac:spMkLst>
              <pc:docMk/>
              <pc:sldMasterMk cId="1747979782" sldId="2147483665"/>
              <pc:sldLayoutMk cId="4078551699" sldId="2147483713"/>
              <ac:spMk id="11" creationId="{C3E1107A-F65D-4446-B549-C15BC6141F64}"/>
            </ac:spMkLst>
          </pc:spChg>
          <pc:spChg chg="del">
            <ac:chgData name="Rafaela Boletti Duraes Souto" userId="78f52f2a-2d51-4833-a638-c8c75f30638a" providerId="ADAL" clId="{7B60E563-4518-4CCE-974E-BC91E59A0147}" dt="2025-04-29T21:05:03.250" v="12" actId="478"/>
            <ac:spMkLst>
              <pc:docMk/>
              <pc:sldMasterMk cId="1747979782" sldId="2147483665"/>
              <pc:sldLayoutMk cId="4078551699" sldId="2147483713"/>
              <ac:spMk id="12" creationId="{049CF1A5-5C9D-4007-B940-D8710EFCB117}"/>
            </ac:spMkLst>
          </pc:spChg>
          <pc:spChg chg="add">
            <ac:chgData name="Rafaela Boletti Duraes Souto" userId="78f52f2a-2d51-4833-a638-c8c75f30638a" providerId="ADAL" clId="{7B60E563-4518-4CCE-974E-BC91E59A0147}" dt="2025-04-29T21:05:04.664" v="13"/>
            <ac:spMkLst>
              <pc:docMk/>
              <pc:sldMasterMk cId="1747979782" sldId="2147483665"/>
              <pc:sldLayoutMk cId="4078551699" sldId="2147483713"/>
              <ac:spMk id="13" creationId="{3882337C-E7B6-4407-8566-CA16D112E823}"/>
            </ac:spMkLst>
          </pc:spChg>
        </pc:sldLayoutChg>
        <pc:sldLayoutChg chg="modSp">
          <pc:chgData name="Rafaela Boletti Duraes Souto" userId="78f52f2a-2d51-4833-a638-c8c75f30638a" providerId="ADAL" clId="{7B60E563-4518-4CCE-974E-BC91E59A0147}" dt="2025-04-29T21:07:14.867" v="16" actId="6549"/>
          <pc:sldLayoutMkLst>
            <pc:docMk/>
            <pc:sldMasterMk cId="1747979782" sldId="2147483665"/>
            <pc:sldLayoutMk cId="624351883" sldId="2147483717"/>
          </pc:sldLayoutMkLst>
          <pc:spChg chg="mod">
            <ac:chgData name="Rafaela Boletti Duraes Souto" userId="78f52f2a-2d51-4833-a638-c8c75f30638a" providerId="ADAL" clId="{7B60E563-4518-4CCE-974E-BC91E59A0147}" dt="2025-04-29T21:07:14.867" v="16" actId="6549"/>
            <ac:spMkLst>
              <pc:docMk/>
              <pc:sldMasterMk cId="1747979782" sldId="2147483665"/>
              <pc:sldLayoutMk cId="624351883" sldId="2147483717"/>
              <ac:spMk id="19" creationId="{ADA911F7-F870-4379-9B09-DFDDF9DDD2F1}"/>
            </ac:spMkLst>
          </pc:spChg>
        </pc:sldLayoutChg>
        <pc:sldLayoutChg chg="addSp delSp modSp">
          <pc:chgData name="Rafaela Boletti Duraes Souto" userId="78f52f2a-2d51-4833-a638-c8c75f30638a" providerId="ADAL" clId="{7B60E563-4518-4CCE-974E-BC91E59A0147}" dt="2025-04-29T21:36:03.166" v="52" actId="20577"/>
          <pc:sldLayoutMkLst>
            <pc:docMk/>
            <pc:sldMasterMk cId="1747979782" sldId="2147483665"/>
            <pc:sldLayoutMk cId="2049671676" sldId="2147483722"/>
          </pc:sldLayoutMkLst>
          <pc:spChg chg="del">
            <ac:chgData name="Rafaela Boletti Duraes Souto" userId="78f52f2a-2d51-4833-a638-c8c75f30638a" providerId="ADAL" clId="{7B60E563-4518-4CCE-974E-BC91E59A0147}" dt="2025-04-29T21:08:07.675" v="19" actId="478"/>
            <ac:spMkLst>
              <pc:docMk/>
              <pc:sldMasterMk cId="1747979782" sldId="2147483665"/>
              <pc:sldLayoutMk cId="2049671676" sldId="2147483722"/>
              <ac:spMk id="3" creationId="{5DB21FAF-8D04-492A-8B51-65E48BD9D09F}"/>
            </ac:spMkLst>
          </pc:spChg>
          <pc:spChg chg="add">
            <ac:chgData name="Rafaela Boletti Duraes Souto" userId="78f52f2a-2d51-4833-a638-c8c75f30638a" providerId="ADAL" clId="{7B60E563-4518-4CCE-974E-BC91E59A0147}" dt="2025-04-29T21:35:54.947" v="38"/>
            <ac:spMkLst>
              <pc:docMk/>
              <pc:sldMasterMk cId="1747979782" sldId="2147483665"/>
              <pc:sldLayoutMk cId="2049671676" sldId="2147483722"/>
              <ac:spMk id="7" creationId="{501599B7-B559-460E-8E98-42C40007A311}"/>
            </ac:spMkLst>
          </pc:spChg>
          <pc:spChg chg="add del">
            <ac:chgData name="Rafaela Boletti Duraes Souto" userId="78f52f2a-2d51-4833-a638-c8c75f30638a" providerId="ADAL" clId="{7B60E563-4518-4CCE-974E-BC91E59A0147}" dt="2025-04-29T21:35:54.460" v="37" actId="478"/>
            <ac:spMkLst>
              <pc:docMk/>
              <pc:sldMasterMk cId="1747979782" sldId="2147483665"/>
              <pc:sldLayoutMk cId="2049671676" sldId="2147483722"/>
              <ac:spMk id="8" creationId="{04364BF6-4DD9-45C1-9529-E3D06719ED49}"/>
            </ac:spMkLst>
          </pc:spChg>
          <pc:spChg chg="add mod">
            <ac:chgData name="Rafaela Boletti Duraes Souto" userId="78f52f2a-2d51-4833-a638-c8c75f30638a" providerId="ADAL" clId="{7B60E563-4518-4CCE-974E-BC91E59A0147}" dt="2025-04-29T21:36:03.166" v="52" actId="20577"/>
            <ac:spMkLst>
              <pc:docMk/>
              <pc:sldMasterMk cId="1747979782" sldId="2147483665"/>
              <pc:sldLayoutMk cId="2049671676" sldId="2147483722"/>
              <ac:spMk id="9" creationId="{840FC257-47AF-4C6D-A7A2-B2395DDAD82F}"/>
            </ac:spMkLst>
          </pc:spChg>
          <pc:spChg chg="del">
            <ac:chgData name="Rafaela Boletti Duraes Souto" userId="78f52f2a-2d51-4833-a638-c8c75f30638a" providerId="ADAL" clId="{7B60E563-4518-4CCE-974E-BC91E59A0147}" dt="2025-04-29T21:08:07.675" v="19" actId="478"/>
            <ac:spMkLst>
              <pc:docMk/>
              <pc:sldMasterMk cId="1747979782" sldId="2147483665"/>
              <pc:sldLayoutMk cId="2049671676" sldId="2147483722"/>
              <ac:spMk id="13" creationId="{17037748-DFFD-4BFA-B7A4-BB654E3EA668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D7D07A88-457F-4574-B6BE-95192917668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5D7A07A-259D-4CEA-81CE-FEDACA8F631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D2343C-BD3C-4650-924C-40706B7DFBCE}" type="datetimeFigureOut">
              <a:rPr lang="pt-BR" smtClean="0"/>
              <a:t>05/09/2026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7703FD9-7361-466E-91A1-4ADEB15814B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58AADEA-D638-498E-9E05-EF298B306FD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300BD3-4CF8-40A1-8E72-061B8653E2C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67225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FDBEBC-B96E-46E8-8EEF-3A4138A33DC3}" type="datetimeFigureOut">
              <a:rPr lang="pt-BR" smtClean="0"/>
              <a:t>05/09/2026</a:t>
            </a:fld>
            <a:endParaRPr lang="pt-BR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792163" y="1143000"/>
            <a:ext cx="52736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pt-BR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C3EDC0-8BE0-4B53-981B-0D2AEC565C4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243592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C3EDC0-8BE0-4B53-981B-0D2AEC565C43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584936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1205A-1E4D-2B3B-19D6-6FBCA06E5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3A397BE8-29A4-C3CF-4321-6D4D995AD4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C4B24ECB-5489-19BB-F2C5-2608144AEB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98E68C17-2EBF-BB24-C900-0BED949B75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C3EDC0-8BE0-4B53-981B-0D2AEC565C43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666025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9196F0-2F01-ED90-67D5-2D6C8F9F4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EF99737B-A502-64D8-E789-81775FA00B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A53398ED-A254-4A74-24F6-9DA356C57A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B9957784-009F-9771-6436-D3E52494B2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C3EDC0-8BE0-4B53-981B-0D2AEC565C43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981259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B6844-09D4-A5EB-BE27-E078DFF16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447FADB8-16B0-43FC-86E3-5779E73B2E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0FE0F885-91A8-6C47-10FF-E3C309253C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AB6F42A3-36F9-4E24-A8D4-A06B9765DE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C3EDC0-8BE0-4B53-981B-0D2AEC565C43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28193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microsoft.com/office/2007/relationships/hdphoto" Target="../media/hdphoto2.wdp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bg>
      <p:bgPr>
        <a:blipFill dpi="0" rotWithShape="1">
          <a:blip r:embed="rId2" cstate="email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69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0A0C1047-DDEB-44F3-BA14-D5D5F27D522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5261" y="811755"/>
            <a:ext cx="3315187" cy="273128"/>
          </a:xfrm>
          <a:prstGeom prst="rect">
            <a:avLst/>
          </a:prstGeom>
        </p:spPr>
      </p:pic>
      <p:pic>
        <p:nvPicPr>
          <p:cNvPr id="9" name="Imagem 8" descr="Uma imagem contendo Logotipo&#10;&#10;Descrição gerada automaticamente">
            <a:extLst>
              <a:ext uri="{FF2B5EF4-FFF2-40B4-BE49-F238E27FC236}">
                <a16:creationId xmlns:a16="http://schemas.microsoft.com/office/drawing/2014/main" id="{082683C9-74AE-4684-A14E-41C2DCACD63A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8688" y="8159219"/>
            <a:ext cx="517261" cy="630226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0E0A6C22-436C-4B77-A4F7-793D7337E944}"/>
              </a:ext>
            </a:extLst>
          </p:cNvPr>
          <p:cNvSpPr txBox="1"/>
          <p:nvPr userDrawn="1"/>
        </p:nvSpPr>
        <p:spPr>
          <a:xfrm>
            <a:off x="827201" y="3475196"/>
            <a:ext cx="14747649" cy="1354217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None/>
            </a:pPr>
            <a:r>
              <a:rPr lang="pt-BR" sz="2400" b="0" kern="0" spc="50" baseline="0" dirty="0">
                <a:solidFill>
                  <a:schemeClr val="bg1"/>
                </a:solidFill>
                <a:latin typeface="+mj-lt"/>
                <a:ea typeface="+mj-ea"/>
                <a:cs typeface="Arial" panose="020B0604020202020204" pitchFamily="34" charset="0"/>
              </a:rPr>
              <a:t>TEMPLATE PARA ENTREGA DO PROJETO DA DISCIPLINA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3000" b="1" kern="0" spc="50" baseline="0" dirty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t>Projeto em Business Intelligence e Analytics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2400" b="0" kern="0" spc="20" baseline="0" dirty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t>Fase 2: Apresentação Executiva</a:t>
            </a:r>
          </a:p>
        </p:txBody>
      </p:sp>
      <p:sp>
        <p:nvSpPr>
          <p:cNvPr id="11" name="Espaço Reservado para Texto 2">
            <a:extLst>
              <a:ext uri="{FF2B5EF4-FFF2-40B4-BE49-F238E27FC236}">
                <a16:creationId xmlns:a16="http://schemas.microsoft.com/office/drawing/2014/main" id="{783820C5-5F22-4F09-B5A1-247AFB5E986A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929025" y="5696348"/>
            <a:ext cx="14544000" cy="2880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600" b="1" kern="2600" spc="60" baseline="0">
                <a:solidFill>
                  <a:srgbClr val="C8AF8C"/>
                </a:solidFill>
                <a:latin typeface="+mn-lt"/>
              </a:defRPr>
            </a:lvl1pPr>
            <a:lvl2pPr marL="457200" indent="0">
              <a:buNone/>
              <a:defRPr sz="2200">
                <a:solidFill>
                  <a:srgbClr val="A5804F"/>
                </a:solidFill>
                <a:latin typeface="+mj-lt"/>
              </a:defRPr>
            </a:lvl2pPr>
            <a:lvl3pPr marL="914400" indent="0">
              <a:buNone/>
              <a:defRPr sz="2200">
                <a:solidFill>
                  <a:srgbClr val="A5804F"/>
                </a:solidFill>
                <a:latin typeface="+mj-lt"/>
              </a:defRPr>
            </a:lvl3pPr>
            <a:lvl4pPr marL="1371600" indent="0">
              <a:buNone/>
              <a:defRPr sz="2200">
                <a:solidFill>
                  <a:srgbClr val="A5804F"/>
                </a:solidFill>
                <a:latin typeface="+mj-lt"/>
              </a:defRPr>
            </a:lvl4pPr>
            <a:lvl5pPr marL="1828800" indent="0">
              <a:buNone/>
              <a:defRPr sz="2200">
                <a:solidFill>
                  <a:srgbClr val="A5804F"/>
                </a:solidFill>
                <a:latin typeface="+mj-lt"/>
              </a:defRPr>
            </a:lvl5pPr>
          </a:lstStyle>
          <a:p>
            <a:pPr lvl="0"/>
            <a:r>
              <a:rPr lang="pt-BR" dirty="0"/>
              <a:t>Insira aqui seu nome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B345E957-C73A-42F0-AD97-4BFEFECA3E70}"/>
              </a:ext>
            </a:extLst>
          </p:cNvPr>
          <p:cNvSpPr txBox="1"/>
          <p:nvPr userDrawn="1"/>
        </p:nvSpPr>
        <p:spPr>
          <a:xfrm>
            <a:off x="928687" y="5398139"/>
            <a:ext cx="14544676" cy="27699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pt-BR" sz="1800" b="0" kern="1200" spc="50" baseline="0" dirty="0">
                <a:solidFill>
                  <a:srgbClr val="C8AF8C"/>
                </a:solidFill>
                <a:latin typeface="+mn-lt"/>
                <a:ea typeface="+mj-ea"/>
                <a:cs typeface="Arial" panose="020B0604020202020204" pitchFamily="34" charset="0"/>
              </a:rPr>
              <a:t>NOME DO ESTUDANTE:</a:t>
            </a:r>
            <a:endParaRPr lang="pt-BR" sz="1800" b="0" kern="1200" spc="50" baseline="0" dirty="0">
              <a:solidFill>
                <a:srgbClr val="C8AF8C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28341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5E837148-19BD-4164-965C-6A241D06D853}"/>
              </a:ext>
            </a:extLst>
          </p:cNvPr>
          <p:cNvSpPr/>
          <p:nvPr userDrawn="1"/>
        </p:nvSpPr>
        <p:spPr>
          <a:xfrm>
            <a:off x="0" y="0"/>
            <a:ext cx="16402050" cy="9601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t-BR" sz="2422"/>
          </a:p>
        </p:txBody>
      </p:sp>
      <p:sp>
        <p:nvSpPr>
          <p:cNvPr id="8" name="CaixaDeTexto 16">
            <a:extLst>
              <a:ext uri="{FF2B5EF4-FFF2-40B4-BE49-F238E27FC236}">
                <a16:creationId xmlns:a16="http://schemas.microsoft.com/office/drawing/2014/main" id="{973AD855-C71D-41C0-8F1D-FEFA9D3A9581}"/>
              </a:ext>
            </a:extLst>
          </p:cNvPr>
          <p:cNvSpPr txBox="1"/>
          <p:nvPr userDrawn="1"/>
        </p:nvSpPr>
        <p:spPr>
          <a:xfrm>
            <a:off x="7301025" y="0"/>
            <a:ext cx="1800000" cy="529092"/>
          </a:xfrm>
          <a:prstGeom prst="rect">
            <a:avLst/>
          </a:prstGeom>
          <a:solidFill>
            <a:srgbClr val="192350"/>
          </a:solidFill>
        </p:spPr>
        <p:txBody>
          <a:bodyPr wrap="square" lIns="0" tIns="144000" rIns="0" bIns="72000" rtlCol="0" anchor="ctr" anchorCtr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lnSpc>
                <a:spcPts val="2600"/>
              </a:lnSpc>
            </a:pPr>
            <a:r>
              <a:rPr lang="pt-BR" sz="1800" b="0" i="0" kern="1800" spc="100" baseline="0" dirty="0">
                <a:solidFill>
                  <a:srgbClr val="DAE3F3"/>
                </a:solidFill>
                <a:effectLst/>
                <a:latin typeface="+mn-lt"/>
                <a:ea typeface="+mn-ea"/>
                <a:cs typeface="+mn-cs"/>
              </a:rPr>
              <a:t>ORIENTAÇÕES</a:t>
            </a:r>
            <a:endParaRPr lang="pt-BR" sz="1600" b="0" i="0" kern="1800" spc="100" baseline="0" dirty="0">
              <a:solidFill>
                <a:srgbClr val="DAE3F3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9" name="CaixaDeTexto 18">
            <a:extLst>
              <a:ext uri="{FF2B5EF4-FFF2-40B4-BE49-F238E27FC236}">
                <a16:creationId xmlns:a16="http://schemas.microsoft.com/office/drawing/2014/main" id="{1353A036-17D9-4E9E-9704-A08842166D53}"/>
              </a:ext>
            </a:extLst>
          </p:cNvPr>
          <p:cNvSpPr txBox="1"/>
          <p:nvPr userDrawn="1"/>
        </p:nvSpPr>
        <p:spPr>
          <a:xfrm>
            <a:off x="4031841" y="8422747"/>
            <a:ext cx="8338369" cy="51655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 rtl="0" eaLnBrk="1" latinLnBrk="0" hangingPunct="1">
              <a:lnSpc>
                <a:spcPts val="2000"/>
              </a:lnSpc>
              <a:spcBef>
                <a:spcPct val="0"/>
              </a:spcBef>
              <a:buNone/>
            </a:pPr>
            <a:r>
              <a:rPr lang="pt-BR" sz="2000" b="1" kern="1200" spc="20" baseline="0" dirty="0">
                <a:solidFill>
                  <a:srgbClr val="C00000"/>
                </a:solidFill>
                <a:latin typeface="+mj-lt"/>
                <a:ea typeface="+mj-ea"/>
                <a:cs typeface="Arial" panose="020B0604020202020204" pitchFamily="34" charset="0"/>
              </a:rPr>
              <a:t>Antes de converter o arquivo em PDF, exclua este slide ou no painel de miniaturas à esquerda clique na miniatura do slide e clique em ‘Ocultar Slide’.</a:t>
            </a:r>
          </a:p>
        </p:txBody>
      </p:sp>
      <p:pic>
        <p:nvPicPr>
          <p:cNvPr id="10" name="Gráfico 20" descr="Aviso">
            <a:extLst>
              <a:ext uri="{FF2B5EF4-FFF2-40B4-BE49-F238E27FC236}">
                <a16:creationId xmlns:a16="http://schemas.microsoft.com/office/drawing/2014/main" id="{BB788BAF-7DDB-4210-A352-F3FA18110B7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021025" y="8004494"/>
            <a:ext cx="360000" cy="360000"/>
          </a:xfrm>
          <a:prstGeom prst="rect">
            <a:avLst/>
          </a:prstGeom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4B73456F-61AF-4547-97EF-7A33FBA993AC}"/>
              </a:ext>
            </a:extLst>
          </p:cNvPr>
          <p:cNvSpPr txBox="1"/>
          <p:nvPr userDrawn="1"/>
        </p:nvSpPr>
        <p:spPr>
          <a:xfrm>
            <a:off x="2207366" y="3112631"/>
            <a:ext cx="11987319" cy="230832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marL="0" indent="0" algn="ctr">
              <a:lnSpc>
                <a:spcPts val="3000"/>
              </a:lnSpc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pt-BR" sz="2600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Este é o template para você estruturar a </a:t>
            </a:r>
            <a:r>
              <a:rPr lang="pt-BR" sz="2600" b="1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Apresentação Executiva </a:t>
            </a:r>
            <a:r>
              <a:rPr lang="pt-BR" sz="2600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de seu projeto.</a:t>
            </a:r>
          </a:p>
          <a:p>
            <a:pPr marL="0" indent="0" algn="ctr">
              <a:lnSpc>
                <a:spcPts val="3000"/>
              </a:lnSpc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pt-BR" sz="2600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Essa atividade é parte da entrega da Fase 2.</a:t>
            </a:r>
          </a:p>
          <a:p>
            <a:pPr marL="266700" indent="0" algn="ctr">
              <a:lnSpc>
                <a:spcPts val="3000"/>
              </a:lnSpc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pt-BR" sz="2400" b="0" baseline="0" dirty="0">
                <a:solidFill>
                  <a:srgbClr val="8246D2"/>
                </a:solidFill>
                <a:latin typeface="+mn-lt"/>
              </a:rPr>
              <a:t>(As ferramentas podem ser Tableau, </a:t>
            </a:r>
            <a:r>
              <a:rPr lang="pt-BR" sz="2400" b="0" baseline="0" dirty="0" err="1">
                <a:solidFill>
                  <a:srgbClr val="8246D2"/>
                </a:solidFill>
                <a:latin typeface="+mn-lt"/>
              </a:rPr>
              <a:t>PowerBI</a:t>
            </a:r>
            <a:r>
              <a:rPr lang="pt-BR" sz="2400" b="0" baseline="0" dirty="0">
                <a:solidFill>
                  <a:srgbClr val="8246D2"/>
                </a:solidFill>
                <a:latin typeface="+mn-lt"/>
              </a:rPr>
              <a:t>, Google Analytics ou Google </a:t>
            </a:r>
            <a:r>
              <a:rPr lang="pt-BR" sz="2400" b="0" baseline="0" dirty="0" err="1">
                <a:solidFill>
                  <a:srgbClr val="8246D2"/>
                </a:solidFill>
                <a:latin typeface="+mn-lt"/>
              </a:rPr>
              <a:t>Colab</a:t>
            </a:r>
            <a:r>
              <a:rPr lang="pt-BR" sz="2400" b="0" baseline="0" dirty="0">
                <a:solidFill>
                  <a:srgbClr val="8246D2"/>
                </a:solidFill>
                <a:latin typeface="+mn-lt"/>
              </a:rPr>
              <a:t>.)</a:t>
            </a:r>
          </a:p>
          <a:p>
            <a:pPr marL="266700" indent="0" algn="ctr">
              <a:lnSpc>
                <a:spcPts val="3000"/>
              </a:lnSpc>
              <a:spcAft>
                <a:spcPts val="0"/>
              </a:spcAft>
              <a:buFont typeface="Arial" panose="020B0604020202020204" pitchFamily="34" charset="0"/>
              <a:buNone/>
            </a:pPr>
            <a:endParaRPr lang="pt-BR" sz="2600" baseline="0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marL="0" indent="0" algn="ctr">
              <a:lnSpc>
                <a:spcPts val="3000"/>
              </a:lnSpc>
              <a:spcAft>
                <a:spcPts val="1800"/>
              </a:spcAft>
              <a:buFont typeface="Arial" panose="020B0604020202020204" pitchFamily="34" charset="0"/>
              <a:buNone/>
            </a:pPr>
            <a:r>
              <a:rPr lang="pt-BR" sz="2600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Se necessário duplicar o slide, no painel de miniaturas à esquerda clique na miniatura do slide e clique em ‘Duplicar Slide’. </a:t>
            </a:r>
          </a:p>
        </p:txBody>
      </p:sp>
    </p:spTree>
    <p:extLst>
      <p:ext uri="{BB962C8B-B14F-4D97-AF65-F5344CB8AC3E}">
        <p14:creationId xmlns:p14="http://schemas.microsoft.com/office/powerpoint/2010/main" val="9595561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Agrupar 2">
            <a:extLst>
              <a:ext uri="{FF2B5EF4-FFF2-40B4-BE49-F238E27FC236}">
                <a16:creationId xmlns:a16="http://schemas.microsoft.com/office/drawing/2014/main" id="{82144C86-8C2A-4B78-999A-5CC877FA25CC}"/>
              </a:ext>
            </a:extLst>
          </p:cNvPr>
          <p:cNvGrpSpPr/>
          <p:nvPr userDrawn="1"/>
        </p:nvGrpSpPr>
        <p:grpSpPr>
          <a:xfrm>
            <a:off x="817034" y="492441"/>
            <a:ext cx="14687222" cy="461349"/>
            <a:chOff x="551561" y="492441"/>
            <a:chExt cx="14687222" cy="461349"/>
          </a:xfrm>
        </p:grpSpPr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04E85A6B-7802-4FEF-A14A-0D20E0E4AB29}"/>
                </a:ext>
              </a:extLst>
            </p:cNvPr>
            <p:cNvSpPr/>
            <p:nvPr/>
          </p:nvSpPr>
          <p:spPr>
            <a:xfrm>
              <a:off x="2134783" y="834003"/>
              <a:ext cx="13104000" cy="52985"/>
            </a:xfrm>
            <a:prstGeom prst="rect">
              <a:avLst/>
            </a:prstGeom>
            <a:gradFill flip="none" rotWithShape="1">
              <a:gsLst>
                <a:gs pos="0">
                  <a:srgbClr val="C3A77A"/>
                </a:gs>
                <a:gs pos="80000">
                  <a:srgbClr val="53559B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32038F69-8C87-4F4F-9219-DFAB0D41BB2E}"/>
                </a:ext>
              </a:extLst>
            </p:cNvPr>
            <p:cNvPicPr/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551561" y="492441"/>
              <a:ext cx="1536269" cy="461349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</p:grpSp>
      <p:sp>
        <p:nvSpPr>
          <p:cNvPr id="12" name="Espaço Reservado para Texto 9">
            <a:extLst>
              <a:ext uri="{FF2B5EF4-FFF2-40B4-BE49-F238E27FC236}">
                <a16:creationId xmlns:a16="http://schemas.microsoft.com/office/drawing/2014/main" id="{4BE436D4-4143-4968-90B7-24DD96BF03C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8689" y="1416050"/>
            <a:ext cx="14544674" cy="7453314"/>
          </a:xfrm>
          <a:prstGeom prst="rect">
            <a:avLst/>
          </a:prstGeom>
          <a:noFill/>
        </p:spPr>
        <p:txBody>
          <a:bodyPr lIns="72000" tIns="72000" rIns="72000" bIns="7200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800">
                <a:solidFill>
                  <a:schemeClr val="tx2">
                    <a:lumMod val="75000"/>
                  </a:schemeClr>
                </a:solidFill>
              </a:defRPr>
            </a:lvl1pPr>
            <a:lvl2pPr marL="640080" indent="0">
              <a:buNone/>
              <a:defRPr sz="1400"/>
            </a:lvl2pPr>
            <a:lvl3pPr marL="1280160" indent="0">
              <a:buNone/>
              <a:defRPr sz="140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</a:lstStyle>
          <a:p>
            <a:pPr lvl="0"/>
            <a:r>
              <a:rPr lang="pt-BR" dirty="0"/>
              <a:t>Insira aqui sua resposta.</a:t>
            </a:r>
          </a:p>
        </p:txBody>
      </p:sp>
    </p:spTree>
    <p:extLst>
      <p:ext uri="{BB962C8B-B14F-4D97-AF65-F5344CB8AC3E}">
        <p14:creationId xmlns:p14="http://schemas.microsoft.com/office/powerpoint/2010/main" val="17104611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">
    <p:bg>
      <p:bgPr>
        <a:blipFill dpi="0" rotWithShape="1">
          <a:blip r:embed="rId2" cstate="email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69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B5952F1E-9BCB-47C9-8499-7411F93F85AC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biLevel thresh="2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7211025" y="4503298"/>
            <a:ext cx="1980000" cy="59460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0965916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79797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707" r:id="rId2"/>
    <p:sldLayoutId id="2147483706" r:id="rId3"/>
    <p:sldLayoutId id="2147483694" r:id="rId4"/>
  </p:sldLayoutIdLst>
  <p:txStyles>
    <p:titleStyle>
      <a:lvl1pPr algn="l" defTabSz="1280160" rtl="0" eaLnBrk="1" latinLnBrk="0" hangingPunct="1">
        <a:lnSpc>
          <a:spcPct val="90000"/>
        </a:lnSpc>
        <a:spcBef>
          <a:spcPct val="0"/>
        </a:spcBef>
        <a:buNone/>
        <a:defRPr sz="61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0040" indent="-320040" algn="l" defTabSz="1280160" rtl="0" eaLnBrk="1" latinLnBrk="0" hangingPunct="1">
        <a:lnSpc>
          <a:spcPct val="90000"/>
        </a:lnSpc>
        <a:spcBef>
          <a:spcPts val="1400"/>
        </a:spcBef>
        <a:buFont typeface="Arial" panose="020B0604020202020204" pitchFamily="34" charset="0"/>
        <a:buChar char="•"/>
        <a:defRPr sz="3920" kern="1200">
          <a:solidFill>
            <a:schemeClr val="tx1"/>
          </a:solidFill>
          <a:latin typeface="+mn-lt"/>
          <a:ea typeface="+mn-ea"/>
          <a:cs typeface="+mn-cs"/>
        </a:defRPr>
      </a:lvl1pPr>
      <a:lvl2pPr marL="9601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2pPr>
      <a:lvl3pPr marL="16002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22402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88036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52044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41605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4406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801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56032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20040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38404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4805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1206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587" userDrawn="1">
          <p15:clr>
            <a:srgbClr val="F26B43"/>
          </p15:clr>
        </p15:guide>
        <p15:guide id="2" pos="9747" userDrawn="1">
          <p15:clr>
            <a:srgbClr val="F26B43"/>
          </p15:clr>
        </p15:guide>
        <p15:guide id="3" orient="horz" pos="461" userDrawn="1">
          <p15:clr>
            <a:srgbClr val="F26B43"/>
          </p15:clr>
        </p15:guide>
        <p15:guide id="4" pos="585" userDrawn="1">
          <p15:clr>
            <a:srgbClr val="F26B43"/>
          </p15:clr>
        </p15:guide>
        <p15:guide id="5" pos="5166" userDrawn="1">
          <p15:clr>
            <a:srgbClr val="F26B43"/>
          </p15:clr>
        </p15:guide>
        <p15:guide id="6" orient="horz" pos="892" userDrawn="1">
          <p15:clr>
            <a:srgbClr val="F26B43"/>
          </p15:clr>
        </p15:guide>
        <p15:guide id="7" orient="horz" pos="102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webp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webp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79DC85DF-50FF-41FE-83AA-46E29EBCE79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pt-BR" dirty="0"/>
              <a:t>Felipe Pinheiro Fossá</a:t>
            </a:r>
          </a:p>
        </p:txBody>
      </p:sp>
    </p:spTree>
    <p:extLst>
      <p:ext uri="{BB962C8B-B14F-4D97-AF65-F5344CB8AC3E}">
        <p14:creationId xmlns:p14="http://schemas.microsoft.com/office/powerpoint/2010/main" val="3418370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9F231F41-DE0E-41DF-BB7D-7FA8E186AB3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8689" y="1416050"/>
            <a:ext cx="14544674" cy="625401"/>
          </a:xfrm>
        </p:spPr>
        <p:txBody>
          <a:bodyPr/>
          <a:lstStyle/>
          <a:p>
            <a:r>
              <a:rPr lang="pt-BR" sz="3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Contexto e Objetivo do projeto</a:t>
            </a:r>
          </a:p>
        </p:txBody>
      </p:sp>
      <p:sp>
        <p:nvSpPr>
          <p:cNvPr id="3" name="Espaço Reservado para Texto 1">
            <a:extLst>
              <a:ext uri="{FF2B5EF4-FFF2-40B4-BE49-F238E27FC236}">
                <a16:creationId xmlns:a16="http://schemas.microsoft.com/office/drawing/2014/main" id="{F834370D-68EB-9495-487A-5EC0B0687029}"/>
              </a:ext>
            </a:extLst>
          </p:cNvPr>
          <p:cNvSpPr txBox="1">
            <a:spLocks/>
          </p:cNvSpPr>
          <p:nvPr/>
        </p:nvSpPr>
        <p:spPr>
          <a:xfrm>
            <a:off x="928688" y="2666852"/>
            <a:ext cx="14544674" cy="928007"/>
          </a:xfrm>
          <a:prstGeom prst="rect">
            <a:avLst/>
          </a:prstGeom>
          <a:noFill/>
        </p:spPr>
        <p:txBody>
          <a:bodyPr lIns="72000" tIns="72000" rIns="72000" bIns="72000"/>
          <a:lstStyle>
            <a:lvl1pPr marL="0" indent="0" algn="l" defTabSz="128016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4008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8016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024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56032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2044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6052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4068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16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Problema de negócio</a:t>
            </a:r>
          </a:p>
          <a:p>
            <a:pPr algn="ctr"/>
            <a:r>
              <a:rPr lang="pt-BR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 campeonato brasileiro Serie A rebaixa 4 clubes a cada temporada, com forte impacto financeiro e esportivo para os clubes envolvidos. O projeto usa dados históricos de desempenho (2006 – 2025) para estimar de formar antecipada, o risco de rebaixamento de cada clube.</a:t>
            </a:r>
          </a:p>
          <a:p>
            <a:endParaRPr lang="pt-BR" sz="3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Espaço Reservado para Texto 1">
            <a:extLst>
              <a:ext uri="{FF2B5EF4-FFF2-40B4-BE49-F238E27FC236}">
                <a16:creationId xmlns:a16="http://schemas.microsoft.com/office/drawing/2014/main" id="{E7B9B9ED-1583-657A-D390-7826F2B5CA73}"/>
              </a:ext>
            </a:extLst>
          </p:cNvPr>
          <p:cNvSpPr txBox="1">
            <a:spLocks/>
          </p:cNvSpPr>
          <p:nvPr/>
        </p:nvSpPr>
        <p:spPr>
          <a:xfrm>
            <a:off x="928688" y="4463258"/>
            <a:ext cx="14544674" cy="625401"/>
          </a:xfrm>
          <a:prstGeom prst="rect">
            <a:avLst/>
          </a:prstGeom>
          <a:noFill/>
        </p:spPr>
        <p:txBody>
          <a:bodyPr lIns="72000" tIns="72000" rIns="72000" bIns="72000"/>
          <a:lstStyle>
            <a:lvl1pPr marL="0" indent="0" algn="l" defTabSz="128016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4008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8016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024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56032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2044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6052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4068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16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Objetivo geral</a:t>
            </a:r>
            <a:endParaRPr lang="pt-BR" sz="16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pt-BR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Transformar dados de desempenho clube-temporada em um indicador preditivo de risco de rebaixamento, apresentado por meio de uma solução de BI e Analytics.</a:t>
            </a:r>
          </a:p>
        </p:txBody>
      </p:sp>
      <p:sp>
        <p:nvSpPr>
          <p:cNvPr id="12" name="Espaço Reservado para Texto 1">
            <a:extLst>
              <a:ext uri="{FF2B5EF4-FFF2-40B4-BE49-F238E27FC236}">
                <a16:creationId xmlns:a16="http://schemas.microsoft.com/office/drawing/2014/main" id="{E2A04869-DECF-FE40-5AF3-003ED549D9FE}"/>
              </a:ext>
            </a:extLst>
          </p:cNvPr>
          <p:cNvSpPr txBox="1">
            <a:spLocks/>
          </p:cNvSpPr>
          <p:nvPr/>
        </p:nvSpPr>
        <p:spPr>
          <a:xfrm>
            <a:off x="928688" y="6076043"/>
            <a:ext cx="4386262" cy="2109107"/>
          </a:xfrm>
          <a:prstGeom prst="rect">
            <a:avLst/>
          </a:prstGeom>
          <a:solidFill>
            <a:schemeClr val="bg2"/>
          </a:solidFill>
          <a:effectLst>
            <a:outerShdw blurRad="215900" dist="114300" dir="2700000" algn="tl" rotWithShape="0">
              <a:prstClr val="black">
                <a:alpha val="30000"/>
              </a:prstClr>
            </a:outerShdw>
            <a:softEdge rad="38100"/>
          </a:effectLst>
        </p:spPr>
        <p:txBody>
          <a:bodyPr lIns="72000" tIns="72000" rIns="72000" bIns="72000"/>
          <a:lstStyle>
            <a:lvl1pPr marL="0" indent="0" algn="l" defTabSz="128016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4008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8016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024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56032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2044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6052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4068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sz="1600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Espaço Reservado para Texto 1">
            <a:extLst>
              <a:ext uri="{FF2B5EF4-FFF2-40B4-BE49-F238E27FC236}">
                <a16:creationId xmlns:a16="http://schemas.microsoft.com/office/drawing/2014/main" id="{EBDC9E87-DD7A-4D29-92DA-F418FD785941}"/>
              </a:ext>
            </a:extLst>
          </p:cNvPr>
          <p:cNvSpPr txBox="1">
            <a:spLocks/>
          </p:cNvSpPr>
          <p:nvPr/>
        </p:nvSpPr>
        <p:spPr>
          <a:xfrm>
            <a:off x="1680487" y="6305840"/>
            <a:ext cx="2882664" cy="421714"/>
          </a:xfrm>
          <a:prstGeom prst="rect">
            <a:avLst/>
          </a:prstGeom>
          <a:noFill/>
        </p:spPr>
        <p:txBody>
          <a:bodyPr lIns="72000" tIns="72000" rIns="72000" bIns="72000"/>
          <a:lstStyle>
            <a:lvl1pPr marL="0" indent="0" algn="l" defTabSz="128016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4008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8016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024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56032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2044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6052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4068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6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Indicador de risco por clube</a:t>
            </a:r>
          </a:p>
        </p:txBody>
      </p:sp>
      <p:sp>
        <p:nvSpPr>
          <p:cNvPr id="8" name="Espaço Reservado para Texto 1">
            <a:extLst>
              <a:ext uri="{FF2B5EF4-FFF2-40B4-BE49-F238E27FC236}">
                <a16:creationId xmlns:a16="http://schemas.microsoft.com/office/drawing/2014/main" id="{569BB56C-4C80-B1BD-0E6E-2B88BCBB3208}"/>
              </a:ext>
            </a:extLst>
          </p:cNvPr>
          <p:cNvSpPr txBox="1">
            <a:spLocks/>
          </p:cNvSpPr>
          <p:nvPr/>
        </p:nvSpPr>
        <p:spPr>
          <a:xfrm>
            <a:off x="1680487" y="6854571"/>
            <a:ext cx="2882664" cy="759206"/>
          </a:xfrm>
          <a:prstGeom prst="rect">
            <a:avLst/>
          </a:prstGeom>
          <a:noFill/>
        </p:spPr>
        <p:txBody>
          <a:bodyPr lIns="72000" tIns="72000" rIns="72000" bIns="72000"/>
          <a:lstStyle>
            <a:lvl1pPr marL="0" indent="0" algn="l" defTabSz="128016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4008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8016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024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56032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2044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6052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4068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Probabilidade de rebaixamento calculada para cada um dos 20 clubes da Série A na temporada de 2025</a:t>
            </a:r>
          </a:p>
        </p:txBody>
      </p:sp>
      <p:sp>
        <p:nvSpPr>
          <p:cNvPr id="13" name="Espaço Reservado para Texto 1">
            <a:extLst>
              <a:ext uri="{FF2B5EF4-FFF2-40B4-BE49-F238E27FC236}">
                <a16:creationId xmlns:a16="http://schemas.microsoft.com/office/drawing/2014/main" id="{4F9DD5DE-18D1-0B86-2969-4C3E8ABC928B}"/>
              </a:ext>
            </a:extLst>
          </p:cNvPr>
          <p:cNvSpPr txBox="1">
            <a:spLocks/>
          </p:cNvSpPr>
          <p:nvPr/>
        </p:nvSpPr>
        <p:spPr>
          <a:xfrm>
            <a:off x="6007894" y="6076043"/>
            <a:ext cx="4386262" cy="2109107"/>
          </a:xfrm>
          <a:prstGeom prst="rect">
            <a:avLst/>
          </a:prstGeom>
          <a:solidFill>
            <a:schemeClr val="bg2"/>
          </a:solidFill>
          <a:effectLst>
            <a:outerShdw blurRad="215900" dist="114300" dir="2700000" algn="tl" rotWithShape="0">
              <a:prstClr val="black">
                <a:alpha val="30000"/>
              </a:prstClr>
            </a:outerShdw>
            <a:softEdge rad="38100"/>
          </a:effectLst>
        </p:spPr>
        <p:txBody>
          <a:bodyPr lIns="72000" tIns="72000" rIns="72000" bIns="72000"/>
          <a:lstStyle>
            <a:lvl1pPr marL="0" indent="0" algn="l" defTabSz="128016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4008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8016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024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56032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2044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6052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4068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sz="1600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Espaço Reservado para Texto 1">
            <a:extLst>
              <a:ext uri="{FF2B5EF4-FFF2-40B4-BE49-F238E27FC236}">
                <a16:creationId xmlns:a16="http://schemas.microsoft.com/office/drawing/2014/main" id="{F23F6F5F-9970-72F5-152A-8E786A5DAC62}"/>
              </a:ext>
            </a:extLst>
          </p:cNvPr>
          <p:cNvSpPr txBox="1">
            <a:spLocks/>
          </p:cNvSpPr>
          <p:nvPr/>
        </p:nvSpPr>
        <p:spPr>
          <a:xfrm>
            <a:off x="6759693" y="6305840"/>
            <a:ext cx="2882664" cy="421714"/>
          </a:xfrm>
          <a:prstGeom prst="rect">
            <a:avLst/>
          </a:prstGeom>
          <a:noFill/>
        </p:spPr>
        <p:txBody>
          <a:bodyPr lIns="72000" tIns="72000" rIns="72000" bIns="72000"/>
          <a:lstStyle>
            <a:lvl1pPr marL="0" indent="0" algn="l" defTabSz="128016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4008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8016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024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56032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2044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6052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4068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16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Modelo preditivo</a:t>
            </a:r>
          </a:p>
        </p:txBody>
      </p:sp>
      <p:sp>
        <p:nvSpPr>
          <p:cNvPr id="21" name="Espaço Reservado para Texto 1">
            <a:extLst>
              <a:ext uri="{FF2B5EF4-FFF2-40B4-BE49-F238E27FC236}">
                <a16:creationId xmlns:a16="http://schemas.microsoft.com/office/drawing/2014/main" id="{8A49E1DA-82AC-08C6-0A73-773474DD29F6}"/>
              </a:ext>
            </a:extLst>
          </p:cNvPr>
          <p:cNvSpPr txBox="1">
            <a:spLocks/>
          </p:cNvSpPr>
          <p:nvPr/>
        </p:nvSpPr>
        <p:spPr>
          <a:xfrm>
            <a:off x="11087100" y="6076043"/>
            <a:ext cx="4386262" cy="2109107"/>
          </a:xfrm>
          <a:prstGeom prst="rect">
            <a:avLst/>
          </a:prstGeom>
          <a:solidFill>
            <a:schemeClr val="bg2"/>
          </a:solidFill>
          <a:effectLst>
            <a:outerShdw blurRad="215900" dist="114300" dir="2700000" algn="tl" rotWithShape="0">
              <a:prstClr val="black">
                <a:alpha val="30000"/>
              </a:prstClr>
            </a:outerShdw>
            <a:softEdge rad="38100"/>
          </a:effectLst>
        </p:spPr>
        <p:txBody>
          <a:bodyPr lIns="72000" tIns="72000" rIns="72000" bIns="72000"/>
          <a:lstStyle>
            <a:lvl1pPr marL="0" indent="0" algn="l" defTabSz="128016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4008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8016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024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56032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2044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6052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4068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sz="1600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Espaço Reservado para Texto 1">
            <a:extLst>
              <a:ext uri="{FF2B5EF4-FFF2-40B4-BE49-F238E27FC236}">
                <a16:creationId xmlns:a16="http://schemas.microsoft.com/office/drawing/2014/main" id="{731D9D1B-7803-2595-ADB0-46EB27F42EB5}"/>
              </a:ext>
            </a:extLst>
          </p:cNvPr>
          <p:cNvSpPr txBox="1">
            <a:spLocks/>
          </p:cNvSpPr>
          <p:nvPr/>
        </p:nvSpPr>
        <p:spPr>
          <a:xfrm>
            <a:off x="11838899" y="6305840"/>
            <a:ext cx="2882664" cy="421714"/>
          </a:xfrm>
          <a:prstGeom prst="rect">
            <a:avLst/>
          </a:prstGeom>
          <a:noFill/>
        </p:spPr>
        <p:txBody>
          <a:bodyPr lIns="72000" tIns="72000" rIns="72000" bIns="72000"/>
          <a:lstStyle>
            <a:lvl1pPr marL="0" indent="0" algn="l" defTabSz="128016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4008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8016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024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56032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2044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6052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4068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16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Dashboard</a:t>
            </a:r>
          </a:p>
        </p:txBody>
      </p:sp>
      <p:cxnSp>
        <p:nvCxnSpPr>
          <p:cNvPr id="27" name="Conexão reta 26">
            <a:extLst>
              <a:ext uri="{FF2B5EF4-FFF2-40B4-BE49-F238E27FC236}">
                <a16:creationId xmlns:a16="http://schemas.microsoft.com/office/drawing/2014/main" id="{0A8C47B2-4CFE-1289-FC3F-F7025F5EB329}"/>
              </a:ext>
            </a:extLst>
          </p:cNvPr>
          <p:cNvCxnSpPr>
            <a:cxnSpLocks/>
          </p:cNvCxnSpPr>
          <p:nvPr/>
        </p:nvCxnSpPr>
        <p:spPr>
          <a:xfrm flipV="1">
            <a:off x="997744" y="4088550"/>
            <a:ext cx="14406562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xão reta 27">
            <a:extLst>
              <a:ext uri="{FF2B5EF4-FFF2-40B4-BE49-F238E27FC236}">
                <a16:creationId xmlns:a16="http://schemas.microsoft.com/office/drawing/2014/main" id="{C6B4D194-B3B8-27A4-D371-D795AF40E102}"/>
              </a:ext>
            </a:extLst>
          </p:cNvPr>
          <p:cNvCxnSpPr>
            <a:cxnSpLocks/>
          </p:cNvCxnSpPr>
          <p:nvPr/>
        </p:nvCxnSpPr>
        <p:spPr>
          <a:xfrm flipV="1">
            <a:off x="997744" y="2271248"/>
            <a:ext cx="14406562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Espaço Reservado para Texto 1">
            <a:extLst>
              <a:ext uri="{FF2B5EF4-FFF2-40B4-BE49-F238E27FC236}">
                <a16:creationId xmlns:a16="http://schemas.microsoft.com/office/drawing/2014/main" id="{A9032A32-8494-E1D9-E2C3-627CEC1EC8C3}"/>
              </a:ext>
            </a:extLst>
          </p:cNvPr>
          <p:cNvSpPr txBox="1">
            <a:spLocks/>
          </p:cNvSpPr>
          <p:nvPr/>
        </p:nvSpPr>
        <p:spPr>
          <a:xfrm>
            <a:off x="6759693" y="6854571"/>
            <a:ext cx="2882664" cy="759206"/>
          </a:xfrm>
          <a:prstGeom prst="rect">
            <a:avLst/>
          </a:prstGeom>
          <a:noFill/>
        </p:spPr>
        <p:txBody>
          <a:bodyPr lIns="72000" tIns="72000" rIns="72000" bIns="72000"/>
          <a:lstStyle>
            <a:lvl1pPr marL="0" indent="0" algn="l" defTabSz="128016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4008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8016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024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56032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2044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6052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4068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0"/>
              </a:spcAft>
            </a:pPr>
            <a:r>
              <a:rPr lang="pt-BR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Regressão Logística treinada com dados de 2006 a 2024, usando a posição final como variável preditiva.</a:t>
            </a:r>
          </a:p>
        </p:txBody>
      </p:sp>
      <p:sp>
        <p:nvSpPr>
          <p:cNvPr id="32" name="Espaço Reservado para Texto 1">
            <a:extLst>
              <a:ext uri="{FF2B5EF4-FFF2-40B4-BE49-F238E27FC236}">
                <a16:creationId xmlns:a16="http://schemas.microsoft.com/office/drawing/2014/main" id="{67737EF5-677D-2BFC-E9E9-856CC0993796}"/>
              </a:ext>
            </a:extLst>
          </p:cNvPr>
          <p:cNvSpPr txBox="1">
            <a:spLocks/>
          </p:cNvSpPr>
          <p:nvPr/>
        </p:nvSpPr>
        <p:spPr>
          <a:xfrm>
            <a:off x="11838899" y="6854571"/>
            <a:ext cx="2882664" cy="759206"/>
          </a:xfrm>
          <a:prstGeom prst="rect">
            <a:avLst/>
          </a:prstGeom>
          <a:noFill/>
        </p:spPr>
        <p:txBody>
          <a:bodyPr lIns="72000" tIns="72000" rIns="72000" bIns="72000"/>
          <a:lstStyle>
            <a:lvl1pPr marL="0" indent="0" algn="l" defTabSz="128016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4008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8016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024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56032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2044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6052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4068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0"/>
              </a:spcAft>
            </a:pPr>
            <a:r>
              <a:rPr lang="pt-BR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KPIs e visualizações disponíveis no Tableau Public, alimentados pela base analítica do projeto.</a:t>
            </a:r>
          </a:p>
        </p:txBody>
      </p:sp>
    </p:spTree>
    <p:extLst>
      <p:ext uri="{BB962C8B-B14F-4D97-AF65-F5344CB8AC3E}">
        <p14:creationId xmlns:p14="http://schemas.microsoft.com/office/powerpoint/2010/main" val="40660445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6D453A-9751-19EC-9464-641604180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18F062C9-E3AD-D14A-1BEB-4D891D061DF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8689" y="1416050"/>
            <a:ext cx="14544674" cy="625401"/>
          </a:xfrm>
        </p:spPr>
        <p:txBody>
          <a:bodyPr/>
          <a:lstStyle/>
          <a:p>
            <a:r>
              <a:rPr lang="pt-BR" sz="3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Arquitetura da Solução</a:t>
            </a:r>
          </a:p>
        </p:txBody>
      </p:sp>
      <p:sp>
        <p:nvSpPr>
          <p:cNvPr id="3" name="Espaço Reservado para Texto 1">
            <a:extLst>
              <a:ext uri="{FF2B5EF4-FFF2-40B4-BE49-F238E27FC236}">
                <a16:creationId xmlns:a16="http://schemas.microsoft.com/office/drawing/2014/main" id="{0C80FD07-592A-FC9C-6497-B84BC4628C24}"/>
              </a:ext>
            </a:extLst>
          </p:cNvPr>
          <p:cNvSpPr txBox="1">
            <a:spLocks/>
          </p:cNvSpPr>
          <p:nvPr/>
        </p:nvSpPr>
        <p:spPr>
          <a:xfrm>
            <a:off x="6162992" y="2041451"/>
            <a:ext cx="9310369" cy="1703614"/>
          </a:xfrm>
          <a:prstGeom prst="rect">
            <a:avLst/>
          </a:prstGeom>
          <a:noFill/>
        </p:spPr>
        <p:txBody>
          <a:bodyPr lIns="72000" tIns="72000" rIns="72000" bIns="72000"/>
          <a:lstStyle>
            <a:lvl1pPr marL="0" indent="0" algn="l" defTabSz="128016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4008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8016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024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56032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2044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6052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4068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6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Ferramentas utilizadas</a:t>
            </a:r>
          </a:p>
          <a:p>
            <a:r>
              <a:rPr lang="pt-BR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  Python (pandas, scikit-learn): preparação de dados e modelagem preditiva;</a:t>
            </a:r>
          </a:p>
          <a:p>
            <a:pPr marL="171450" indent="-171450">
              <a:buFontTx/>
              <a:buChar char="-"/>
            </a:pPr>
            <a:r>
              <a:rPr lang="pt-BR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Jupyter notebook: desenvolvimento e documentação da análise;</a:t>
            </a:r>
          </a:p>
          <a:p>
            <a:pPr marL="171450" indent="-171450">
              <a:buFontTx/>
              <a:buChar char="-"/>
            </a:pPr>
            <a:r>
              <a:rPr lang="pt-BR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Tableau Public: construção e publicação do dashboard;</a:t>
            </a:r>
          </a:p>
          <a:p>
            <a:pPr marL="171450" indent="-171450">
              <a:buFontTx/>
              <a:buChar char="-"/>
            </a:pPr>
            <a:r>
              <a:rPr lang="pt-BR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Git/Github: documentação e histórico do projeto.</a:t>
            </a:r>
            <a:endParaRPr lang="pt-BR" sz="3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Espaço Reservado para Texto 1">
            <a:extLst>
              <a:ext uri="{FF2B5EF4-FFF2-40B4-BE49-F238E27FC236}">
                <a16:creationId xmlns:a16="http://schemas.microsoft.com/office/drawing/2014/main" id="{2034A440-FCF4-6B33-6585-66297D8FA9F0}"/>
              </a:ext>
            </a:extLst>
          </p:cNvPr>
          <p:cNvSpPr txBox="1">
            <a:spLocks/>
          </p:cNvSpPr>
          <p:nvPr/>
        </p:nvSpPr>
        <p:spPr>
          <a:xfrm>
            <a:off x="6162992" y="3857608"/>
            <a:ext cx="2104798" cy="455006"/>
          </a:xfrm>
          <a:prstGeom prst="rect">
            <a:avLst/>
          </a:prstGeom>
          <a:noFill/>
        </p:spPr>
        <p:txBody>
          <a:bodyPr lIns="72000" tIns="72000" rIns="72000" bIns="72000"/>
          <a:lstStyle>
            <a:lvl1pPr marL="0" indent="0" algn="l" defTabSz="128016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4008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8016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024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56032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2044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6052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4068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6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Pipeline da solução</a:t>
            </a:r>
            <a:endParaRPr lang="pt-BR" sz="16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5840391-6E96-1BF7-34E3-A173871486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737" y="2041451"/>
            <a:ext cx="5294117" cy="6617646"/>
          </a:xfrm>
          <a:prstGeom prst="rect">
            <a:avLst/>
          </a:prstGeom>
          <a:effectLst>
            <a:outerShdw blurRad="215900" dist="114300" dir="2700000" algn="tl" rotWithShape="0">
              <a:prstClr val="black">
                <a:alpha val="30000"/>
              </a:prstClr>
            </a:outerShdw>
            <a:softEdge rad="38100"/>
          </a:effectLst>
        </p:spPr>
      </p:pic>
      <p:sp>
        <p:nvSpPr>
          <p:cNvPr id="11" name="Espaço Reservado para Texto 1">
            <a:extLst>
              <a:ext uri="{FF2B5EF4-FFF2-40B4-BE49-F238E27FC236}">
                <a16:creationId xmlns:a16="http://schemas.microsoft.com/office/drawing/2014/main" id="{2A37608E-33FB-922F-A7A3-B4F0D3B99BEF}"/>
              </a:ext>
            </a:extLst>
          </p:cNvPr>
          <p:cNvSpPr txBox="1">
            <a:spLocks/>
          </p:cNvSpPr>
          <p:nvPr/>
        </p:nvSpPr>
        <p:spPr>
          <a:xfrm>
            <a:off x="6162991" y="7887778"/>
            <a:ext cx="9310369" cy="699685"/>
          </a:xfrm>
          <a:prstGeom prst="rect">
            <a:avLst/>
          </a:prstGeom>
          <a:solidFill>
            <a:schemeClr val="bg2"/>
          </a:solidFill>
          <a:effectLst>
            <a:outerShdw blurRad="215900" dist="114300" dir="2700000" algn="tl" rotWithShape="0">
              <a:prstClr val="black">
                <a:alpha val="30000"/>
              </a:prstClr>
            </a:outerShdw>
            <a:softEdge rad="38100"/>
          </a:effectLst>
        </p:spPr>
        <p:txBody>
          <a:bodyPr lIns="72000" tIns="72000" rIns="72000" bIns="72000" anchor="ctr"/>
          <a:lstStyle>
            <a:lvl1pPr marL="0" indent="0" algn="l" defTabSz="128016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4008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8016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024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56032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2044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6052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4068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16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Repositorio: </a:t>
            </a:r>
            <a:r>
              <a:rPr lang="pt-BR" sz="1600" dirty="0">
                <a:solidFill>
                  <a:srgbClr val="333333"/>
                </a:solidFill>
              </a:rPr>
              <a:t>github.com/FelipePinheiro964/Projeto-Em-Business-Intelligence-e-Analytics</a:t>
            </a:r>
            <a:endParaRPr lang="pt-BR" sz="1600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F12AC9E0-8745-86C3-F4D0-0E15AA71A1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2992" y="4370466"/>
            <a:ext cx="1375116" cy="1375116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725373C1-0109-E1BE-EA7A-614C5EDBCC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09583" y="4375160"/>
            <a:ext cx="1528752" cy="15287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D5E3CD0E-419B-53D1-37AF-D251EF6AA5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1344" y="4370466"/>
            <a:ext cx="585199" cy="678831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2DC6EF2B-2B87-02DF-90ED-3DC13C37CD0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13758" y="4861270"/>
            <a:ext cx="704079" cy="704079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96BBE995-1C79-097C-290D-266DEA251D8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93487" y="4709881"/>
            <a:ext cx="1543528" cy="865882"/>
          </a:xfrm>
          <a:prstGeom prst="rect">
            <a:avLst/>
          </a:prstGeom>
        </p:spPr>
      </p:pic>
      <p:cxnSp>
        <p:nvCxnSpPr>
          <p:cNvPr id="21" name="Conexão reta unidirecional 20">
            <a:extLst>
              <a:ext uri="{FF2B5EF4-FFF2-40B4-BE49-F238E27FC236}">
                <a16:creationId xmlns:a16="http://schemas.microsoft.com/office/drawing/2014/main" id="{D1997E0B-B04D-7029-8A65-F8D7E7A670A4}"/>
              </a:ext>
            </a:extLst>
          </p:cNvPr>
          <p:cNvCxnSpPr/>
          <p:nvPr/>
        </p:nvCxnSpPr>
        <p:spPr>
          <a:xfrm>
            <a:off x="7691790" y="5139536"/>
            <a:ext cx="576000" cy="0"/>
          </a:xfrm>
          <a:prstGeom prst="straightConnector1">
            <a:avLst/>
          </a:prstGeom>
          <a:ln w="635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Conexão reta unidirecional 21">
            <a:extLst>
              <a:ext uri="{FF2B5EF4-FFF2-40B4-BE49-F238E27FC236}">
                <a16:creationId xmlns:a16="http://schemas.microsoft.com/office/drawing/2014/main" id="{CFDEC7BE-093F-416E-782E-908D025FF4E0}"/>
              </a:ext>
            </a:extLst>
          </p:cNvPr>
          <p:cNvCxnSpPr/>
          <p:nvPr/>
        </p:nvCxnSpPr>
        <p:spPr>
          <a:xfrm>
            <a:off x="10242176" y="5148272"/>
            <a:ext cx="576000" cy="0"/>
          </a:xfrm>
          <a:prstGeom prst="straightConnector1">
            <a:avLst/>
          </a:prstGeom>
          <a:ln w="635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Conexão reta unidirecional 22">
            <a:extLst>
              <a:ext uri="{FF2B5EF4-FFF2-40B4-BE49-F238E27FC236}">
                <a16:creationId xmlns:a16="http://schemas.microsoft.com/office/drawing/2014/main" id="{7AE804C6-E45A-72D3-3CF0-2EA935C897E4}"/>
              </a:ext>
            </a:extLst>
          </p:cNvPr>
          <p:cNvCxnSpPr/>
          <p:nvPr/>
        </p:nvCxnSpPr>
        <p:spPr>
          <a:xfrm>
            <a:off x="13093963" y="5213309"/>
            <a:ext cx="576000" cy="0"/>
          </a:xfrm>
          <a:prstGeom prst="straightConnector1">
            <a:avLst/>
          </a:prstGeom>
          <a:ln w="635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7" name="Espaço Reservado para Texto 1">
            <a:extLst>
              <a:ext uri="{FF2B5EF4-FFF2-40B4-BE49-F238E27FC236}">
                <a16:creationId xmlns:a16="http://schemas.microsoft.com/office/drawing/2014/main" id="{CD5BAB17-3511-3C53-FBF3-51D6232CFE95}"/>
              </a:ext>
            </a:extLst>
          </p:cNvPr>
          <p:cNvSpPr txBox="1">
            <a:spLocks/>
          </p:cNvSpPr>
          <p:nvPr/>
        </p:nvSpPr>
        <p:spPr>
          <a:xfrm>
            <a:off x="6227966" y="6021140"/>
            <a:ext cx="9607347" cy="1350586"/>
          </a:xfrm>
          <a:prstGeom prst="rect">
            <a:avLst/>
          </a:prstGeom>
          <a:noFill/>
          <a:effectLst>
            <a:softEdge rad="38100"/>
          </a:effectLst>
        </p:spPr>
        <p:txBody>
          <a:bodyPr lIns="72000" tIns="72000" rIns="72000" bIns="72000" anchor="ctr"/>
          <a:lstStyle>
            <a:lvl1pPr marL="0" indent="0" algn="l" defTabSz="128016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4008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8016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024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56032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2044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6052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4068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Os dados foram obtidos em formato CSV no Kaggle e analisados e preparados no Python/Jupyter Notebook. Com a biblioteca Scikit-learn, foi calculado o risco de rebaixamento de cada clube. Os resultados foram exportados para um novo CSV e posteriormente utilizados no Tableau para criação e publicação do dashboard no Tableau Public.</a:t>
            </a:r>
            <a:endParaRPr lang="pt-BR" sz="1400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4710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D4340-6EE1-4068-38AA-90BE1A339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D2D51578-798C-CC7B-83A1-52FCA37E0C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8688" y="1301750"/>
            <a:ext cx="14544674" cy="625401"/>
          </a:xfrm>
        </p:spPr>
        <p:txBody>
          <a:bodyPr/>
          <a:lstStyle/>
          <a:p>
            <a:r>
              <a:rPr lang="pt-BR" sz="3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Resultados do modelo</a:t>
            </a:r>
          </a:p>
        </p:txBody>
      </p:sp>
      <p:sp>
        <p:nvSpPr>
          <p:cNvPr id="6" name="Espaço Reservado para Texto 1">
            <a:extLst>
              <a:ext uri="{FF2B5EF4-FFF2-40B4-BE49-F238E27FC236}">
                <a16:creationId xmlns:a16="http://schemas.microsoft.com/office/drawing/2014/main" id="{C18CEF13-32EC-5EE6-0721-285AC48D6C51}"/>
              </a:ext>
            </a:extLst>
          </p:cNvPr>
          <p:cNvSpPr txBox="1">
            <a:spLocks/>
          </p:cNvSpPr>
          <p:nvPr/>
        </p:nvSpPr>
        <p:spPr>
          <a:xfrm>
            <a:off x="928687" y="2156659"/>
            <a:ext cx="4386262" cy="2109107"/>
          </a:xfrm>
          <a:prstGeom prst="rect">
            <a:avLst/>
          </a:prstGeom>
          <a:solidFill>
            <a:schemeClr val="bg2"/>
          </a:solidFill>
          <a:effectLst>
            <a:outerShdw blurRad="215900" dist="114300" dir="2700000" algn="tl" rotWithShape="0">
              <a:prstClr val="black">
                <a:alpha val="30000"/>
              </a:prstClr>
            </a:outerShdw>
            <a:softEdge rad="38100"/>
          </a:effectLst>
        </p:spPr>
        <p:txBody>
          <a:bodyPr lIns="72000" tIns="72000" rIns="72000" bIns="72000"/>
          <a:lstStyle>
            <a:lvl1pPr marL="0" indent="0" algn="l" defTabSz="128016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4008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8016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024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56032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2044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6052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4068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sz="1600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Espaço Reservado para Texto 1">
            <a:extLst>
              <a:ext uri="{FF2B5EF4-FFF2-40B4-BE49-F238E27FC236}">
                <a16:creationId xmlns:a16="http://schemas.microsoft.com/office/drawing/2014/main" id="{19F75458-0882-12B4-4915-140BADAC6903}"/>
              </a:ext>
            </a:extLst>
          </p:cNvPr>
          <p:cNvSpPr txBox="1">
            <a:spLocks/>
          </p:cNvSpPr>
          <p:nvPr/>
        </p:nvSpPr>
        <p:spPr>
          <a:xfrm>
            <a:off x="6007893" y="2156659"/>
            <a:ext cx="4386262" cy="2109107"/>
          </a:xfrm>
          <a:prstGeom prst="rect">
            <a:avLst/>
          </a:prstGeom>
          <a:solidFill>
            <a:schemeClr val="bg2"/>
          </a:solidFill>
          <a:effectLst>
            <a:outerShdw blurRad="215900" dist="114300" dir="2700000" algn="tl" rotWithShape="0">
              <a:prstClr val="black">
                <a:alpha val="30000"/>
              </a:prstClr>
            </a:outerShdw>
            <a:softEdge rad="38100"/>
          </a:effectLst>
        </p:spPr>
        <p:txBody>
          <a:bodyPr lIns="72000" tIns="72000" rIns="72000" bIns="72000"/>
          <a:lstStyle>
            <a:lvl1pPr marL="0" indent="0" algn="l" defTabSz="128016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4008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8016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024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56032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2044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6052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4068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sz="1600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Espaço Reservado para Texto 1">
            <a:extLst>
              <a:ext uri="{FF2B5EF4-FFF2-40B4-BE49-F238E27FC236}">
                <a16:creationId xmlns:a16="http://schemas.microsoft.com/office/drawing/2014/main" id="{9230BB37-AB2D-3AF0-5467-C3B221B1AF84}"/>
              </a:ext>
            </a:extLst>
          </p:cNvPr>
          <p:cNvSpPr txBox="1">
            <a:spLocks/>
          </p:cNvSpPr>
          <p:nvPr/>
        </p:nvSpPr>
        <p:spPr>
          <a:xfrm>
            <a:off x="11087099" y="2156659"/>
            <a:ext cx="4386262" cy="2109107"/>
          </a:xfrm>
          <a:prstGeom prst="rect">
            <a:avLst/>
          </a:prstGeom>
          <a:solidFill>
            <a:schemeClr val="bg2"/>
          </a:solidFill>
          <a:effectLst>
            <a:outerShdw blurRad="215900" dist="114300" dir="2700000" algn="tl" rotWithShape="0">
              <a:prstClr val="black">
                <a:alpha val="30000"/>
              </a:prstClr>
            </a:outerShdw>
            <a:softEdge rad="38100"/>
          </a:effectLst>
        </p:spPr>
        <p:txBody>
          <a:bodyPr lIns="72000" tIns="72000" rIns="72000" bIns="72000"/>
          <a:lstStyle>
            <a:lvl1pPr marL="0" indent="0" algn="l" defTabSz="128016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4008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8016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024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56032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2044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6052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4068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sz="1600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Espaço Reservado para Texto 1">
            <a:extLst>
              <a:ext uri="{FF2B5EF4-FFF2-40B4-BE49-F238E27FC236}">
                <a16:creationId xmlns:a16="http://schemas.microsoft.com/office/drawing/2014/main" id="{125C1541-4928-0AB6-D9D6-90EA778E3CBA}"/>
              </a:ext>
            </a:extLst>
          </p:cNvPr>
          <p:cNvSpPr txBox="1">
            <a:spLocks/>
          </p:cNvSpPr>
          <p:nvPr/>
        </p:nvSpPr>
        <p:spPr>
          <a:xfrm>
            <a:off x="1680486" y="2330551"/>
            <a:ext cx="2882664" cy="421714"/>
          </a:xfrm>
          <a:prstGeom prst="rect">
            <a:avLst/>
          </a:prstGeom>
          <a:noFill/>
        </p:spPr>
        <p:txBody>
          <a:bodyPr lIns="72000" tIns="72000" rIns="72000" bIns="72000"/>
          <a:lstStyle>
            <a:lvl1pPr marL="0" indent="0" algn="l" defTabSz="128016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4008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8016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024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56032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2044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6052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4068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2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Precisão</a:t>
            </a:r>
          </a:p>
        </p:txBody>
      </p:sp>
      <p:sp>
        <p:nvSpPr>
          <p:cNvPr id="24" name="Espaço Reservado para Texto 1">
            <a:extLst>
              <a:ext uri="{FF2B5EF4-FFF2-40B4-BE49-F238E27FC236}">
                <a16:creationId xmlns:a16="http://schemas.microsoft.com/office/drawing/2014/main" id="{66324DE0-63CF-64C0-5612-103F2DDFEEC8}"/>
              </a:ext>
            </a:extLst>
          </p:cNvPr>
          <p:cNvSpPr txBox="1">
            <a:spLocks/>
          </p:cNvSpPr>
          <p:nvPr/>
        </p:nvSpPr>
        <p:spPr>
          <a:xfrm>
            <a:off x="1680486" y="2926157"/>
            <a:ext cx="2882664" cy="759206"/>
          </a:xfrm>
          <a:prstGeom prst="rect">
            <a:avLst/>
          </a:prstGeom>
          <a:noFill/>
        </p:spPr>
        <p:txBody>
          <a:bodyPr lIns="72000" tIns="72000" rIns="72000" bIns="72000" anchor="ctr"/>
          <a:lstStyle>
            <a:lvl1pPr marL="0" indent="0" algn="l" defTabSz="128016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4008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8016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024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56032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2044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6052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4068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4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0,26</a:t>
            </a:r>
          </a:p>
        </p:txBody>
      </p:sp>
      <p:sp>
        <p:nvSpPr>
          <p:cNvPr id="35" name="Espaço Reservado para Texto 1">
            <a:extLst>
              <a:ext uri="{FF2B5EF4-FFF2-40B4-BE49-F238E27FC236}">
                <a16:creationId xmlns:a16="http://schemas.microsoft.com/office/drawing/2014/main" id="{5AAE0159-863E-9A24-FE0D-FE2D63BD2B92}"/>
              </a:ext>
            </a:extLst>
          </p:cNvPr>
          <p:cNvSpPr txBox="1">
            <a:spLocks/>
          </p:cNvSpPr>
          <p:nvPr/>
        </p:nvSpPr>
        <p:spPr>
          <a:xfrm>
            <a:off x="6759692" y="2330551"/>
            <a:ext cx="2882664" cy="421714"/>
          </a:xfrm>
          <a:prstGeom prst="rect">
            <a:avLst/>
          </a:prstGeom>
          <a:noFill/>
        </p:spPr>
        <p:txBody>
          <a:bodyPr lIns="72000" tIns="72000" rIns="72000" bIns="72000"/>
          <a:lstStyle>
            <a:lvl1pPr marL="0" indent="0" algn="l" defTabSz="128016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4008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8016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024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56032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2044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6052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4068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2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Recall</a:t>
            </a:r>
          </a:p>
        </p:txBody>
      </p:sp>
      <p:sp>
        <p:nvSpPr>
          <p:cNvPr id="37" name="Espaço Reservado para Texto 1">
            <a:extLst>
              <a:ext uri="{FF2B5EF4-FFF2-40B4-BE49-F238E27FC236}">
                <a16:creationId xmlns:a16="http://schemas.microsoft.com/office/drawing/2014/main" id="{9801C309-DE7F-A1DE-409C-4CA09CCBE777}"/>
              </a:ext>
            </a:extLst>
          </p:cNvPr>
          <p:cNvSpPr txBox="1">
            <a:spLocks/>
          </p:cNvSpPr>
          <p:nvPr/>
        </p:nvSpPr>
        <p:spPr>
          <a:xfrm>
            <a:off x="6759692" y="2926157"/>
            <a:ext cx="2882664" cy="759206"/>
          </a:xfrm>
          <a:prstGeom prst="rect">
            <a:avLst/>
          </a:prstGeom>
          <a:noFill/>
        </p:spPr>
        <p:txBody>
          <a:bodyPr lIns="72000" tIns="72000" rIns="72000" bIns="72000" anchor="ctr"/>
          <a:lstStyle>
            <a:lvl1pPr marL="0" indent="0" algn="l" defTabSz="128016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4008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8016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024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56032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2044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6052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4068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4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0,77</a:t>
            </a:r>
          </a:p>
        </p:txBody>
      </p:sp>
      <p:sp>
        <p:nvSpPr>
          <p:cNvPr id="39" name="Espaço Reservado para Texto 1">
            <a:extLst>
              <a:ext uri="{FF2B5EF4-FFF2-40B4-BE49-F238E27FC236}">
                <a16:creationId xmlns:a16="http://schemas.microsoft.com/office/drawing/2014/main" id="{D1B1FFF8-354D-FDE2-EE28-DF479D7C09F3}"/>
              </a:ext>
            </a:extLst>
          </p:cNvPr>
          <p:cNvSpPr txBox="1">
            <a:spLocks/>
          </p:cNvSpPr>
          <p:nvPr/>
        </p:nvSpPr>
        <p:spPr>
          <a:xfrm>
            <a:off x="11838898" y="2330551"/>
            <a:ext cx="2882664" cy="421714"/>
          </a:xfrm>
          <a:prstGeom prst="rect">
            <a:avLst/>
          </a:prstGeom>
          <a:noFill/>
        </p:spPr>
        <p:txBody>
          <a:bodyPr lIns="72000" tIns="72000" rIns="72000" bIns="72000"/>
          <a:lstStyle>
            <a:lvl1pPr marL="0" indent="0" algn="l" defTabSz="128016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4008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8016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024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56032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2044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6052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4068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2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F1-score</a:t>
            </a:r>
          </a:p>
        </p:txBody>
      </p:sp>
      <p:sp>
        <p:nvSpPr>
          <p:cNvPr id="41" name="Espaço Reservado para Texto 1">
            <a:extLst>
              <a:ext uri="{FF2B5EF4-FFF2-40B4-BE49-F238E27FC236}">
                <a16:creationId xmlns:a16="http://schemas.microsoft.com/office/drawing/2014/main" id="{81D544E1-6D91-E906-0C5F-F4AF62D85998}"/>
              </a:ext>
            </a:extLst>
          </p:cNvPr>
          <p:cNvSpPr txBox="1">
            <a:spLocks/>
          </p:cNvSpPr>
          <p:nvPr/>
        </p:nvSpPr>
        <p:spPr>
          <a:xfrm>
            <a:off x="11838898" y="2926157"/>
            <a:ext cx="2882664" cy="759206"/>
          </a:xfrm>
          <a:prstGeom prst="rect">
            <a:avLst/>
          </a:prstGeom>
          <a:noFill/>
        </p:spPr>
        <p:txBody>
          <a:bodyPr lIns="72000" tIns="72000" rIns="72000" bIns="72000" anchor="ctr"/>
          <a:lstStyle>
            <a:lvl1pPr marL="0" indent="0" algn="l" defTabSz="128016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4008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8016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024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56032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2044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6052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4068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4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0,39</a:t>
            </a:r>
          </a:p>
        </p:txBody>
      </p:sp>
      <p:pic>
        <p:nvPicPr>
          <p:cNvPr id="43" name="Imagem 42">
            <a:extLst>
              <a:ext uri="{FF2B5EF4-FFF2-40B4-BE49-F238E27FC236}">
                <a16:creationId xmlns:a16="http://schemas.microsoft.com/office/drawing/2014/main" id="{0ED728D7-D035-F408-E89B-411052A6FC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687" y="4800600"/>
            <a:ext cx="5992930" cy="4769883"/>
          </a:xfrm>
          <a:prstGeom prst="rect">
            <a:avLst/>
          </a:prstGeom>
        </p:spPr>
      </p:pic>
      <p:sp>
        <p:nvSpPr>
          <p:cNvPr id="47" name="CaixaDeTexto 46">
            <a:extLst>
              <a:ext uri="{FF2B5EF4-FFF2-40B4-BE49-F238E27FC236}">
                <a16:creationId xmlns:a16="http://schemas.microsoft.com/office/drawing/2014/main" id="{73CB71A5-72D6-6067-2F92-D391552F2657}"/>
              </a:ext>
            </a:extLst>
          </p:cNvPr>
          <p:cNvSpPr txBox="1"/>
          <p:nvPr/>
        </p:nvSpPr>
        <p:spPr>
          <a:xfrm>
            <a:off x="3925152" y="4439658"/>
            <a:ext cx="8201024" cy="276999"/>
          </a:xfrm>
          <a:prstGeom prst="rect">
            <a:avLst/>
          </a:prstGeom>
          <a:noFill/>
          <a:ln w="9525"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pt-BR" sz="1200" b="0" i="1" dirty="0">
                <a:solidFill>
                  <a:srgbClr val="666666"/>
                </a:solidFill>
                <a:latin typeface="Calibri"/>
              </a:rPr>
              <a:t>Validação cruzada temporal, 2014–2024 (176 previsões agregadas), com class_weight="balanced"</a:t>
            </a:r>
          </a:p>
        </p:txBody>
      </p:sp>
      <p:sp>
        <p:nvSpPr>
          <p:cNvPr id="53" name="Espaço Reservado para Texto 1">
            <a:extLst>
              <a:ext uri="{FF2B5EF4-FFF2-40B4-BE49-F238E27FC236}">
                <a16:creationId xmlns:a16="http://schemas.microsoft.com/office/drawing/2014/main" id="{153B1ECC-44D4-FB16-2F83-1505AF732A56}"/>
              </a:ext>
            </a:extLst>
          </p:cNvPr>
          <p:cNvSpPr txBox="1">
            <a:spLocks/>
          </p:cNvSpPr>
          <p:nvPr/>
        </p:nvSpPr>
        <p:spPr>
          <a:xfrm>
            <a:off x="7933987" y="5264772"/>
            <a:ext cx="7363502" cy="3092738"/>
          </a:xfrm>
          <a:prstGeom prst="rect">
            <a:avLst/>
          </a:prstGeom>
          <a:noFill/>
        </p:spPr>
        <p:txBody>
          <a:bodyPr lIns="72000" tIns="72000" rIns="72000" bIns="72000"/>
          <a:lstStyle>
            <a:lvl1pPr marL="0" indent="0" algn="l" defTabSz="128016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4008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8016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024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56032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2044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6052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4068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2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F1-score</a:t>
            </a:r>
          </a:p>
          <a:p>
            <a:pPr>
              <a:spcAft>
                <a:spcPts val="1000"/>
              </a:spcAft>
            </a:pPr>
            <a:r>
              <a:rPr lang="pt-BR" sz="2000" dirty="0">
                <a:solidFill>
                  <a:srgbClr val="333333"/>
                </a:solidFill>
              </a:rPr>
              <a:t>O modelo identifica corretamente 20 dos 26 rebaixamentos reais do período (recall de 77%), ao custo de 57 falsos positivos.</a:t>
            </a:r>
          </a:p>
          <a:p>
            <a:pPr>
              <a:spcAft>
                <a:spcPts val="0"/>
              </a:spcAft>
            </a:pPr>
            <a:r>
              <a:rPr lang="pt-BR" sz="2000" dirty="0">
                <a:solidFill>
                  <a:srgbClr val="333333"/>
                </a:solidFill>
              </a:rPr>
              <a:t>Essa configuração foi escolhida por priorizar a utilidade do KPI como sistema de alerta: para o negócio, é preferível superestimar o risco em times seguros do que deixar de sinalizar um time que de fato será rebaixado.</a:t>
            </a:r>
          </a:p>
          <a:p>
            <a:pPr algn="ctr"/>
            <a:endParaRPr lang="pt-BR" sz="2000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96253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958F5-1313-0CE3-CAF2-4FD4F4D7F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25CE63D5-9783-23F9-A04B-17C25F806AA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8688" y="1301750"/>
            <a:ext cx="14544674" cy="625401"/>
          </a:xfrm>
        </p:spPr>
        <p:txBody>
          <a:bodyPr/>
          <a:lstStyle/>
          <a:p>
            <a:r>
              <a:rPr lang="pt-BR" sz="3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KPIs do Dashboard</a:t>
            </a:r>
          </a:p>
        </p:txBody>
      </p:sp>
      <p:sp>
        <p:nvSpPr>
          <p:cNvPr id="6" name="Espaço Reservado para Texto 1">
            <a:extLst>
              <a:ext uri="{FF2B5EF4-FFF2-40B4-BE49-F238E27FC236}">
                <a16:creationId xmlns:a16="http://schemas.microsoft.com/office/drawing/2014/main" id="{07FAB641-9AFE-F22F-6B89-7A171DDC9E61}"/>
              </a:ext>
            </a:extLst>
          </p:cNvPr>
          <p:cNvSpPr txBox="1">
            <a:spLocks/>
          </p:cNvSpPr>
          <p:nvPr/>
        </p:nvSpPr>
        <p:spPr>
          <a:xfrm>
            <a:off x="317044" y="2156660"/>
            <a:ext cx="7683956" cy="1254198"/>
          </a:xfrm>
          <a:prstGeom prst="rect">
            <a:avLst/>
          </a:prstGeom>
          <a:solidFill>
            <a:schemeClr val="bg2"/>
          </a:solidFill>
          <a:effectLst>
            <a:outerShdw blurRad="215900" dist="114300" dir="2700000" algn="tl" rotWithShape="0">
              <a:prstClr val="black">
                <a:alpha val="30000"/>
              </a:prstClr>
            </a:outerShdw>
            <a:softEdge rad="38100"/>
          </a:effectLst>
        </p:spPr>
        <p:txBody>
          <a:bodyPr lIns="72000" tIns="72000" rIns="72000" bIns="72000"/>
          <a:lstStyle>
            <a:lvl1pPr marL="0" indent="0" algn="l" defTabSz="128016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4008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8016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024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56032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2044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6052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4068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sz="1600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Espaço Reservado para Texto 1">
            <a:extLst>
              <a:ext uri="{FF2B5EF4-FFF2-40B4-BE49-F238E27FC236}">
                <a16:creationId xmlns:a16="http://schemas.microsoft.com/office/drawing/2014/main" id="{6CDB8DC1-37B3-D4AB-F779-439DF76C84AC}"/>
              </a:ext>
            </a:extLst>
          </p:cNvPr>
          <p:cNvSpPr txBox="1">
            <a:spLocks/>
          </p:cNvSpPr>
          <p:nvPr/>
        </p:nvSpPr>
        <p:spPr>
          <a:xfrm>
            <a:off x="505730" y="2330551"/>
            <a:ext cx="6620786" cy="793649"/>
          </a:xfrm>
          <a:prstGeom prst="rect">
            <a:avLst/>
          </a:prstGeom>
          <a:noFill/>
        </p:spPr>
        <p:txBody>
          <a:bodyPr lIns="72000" tIns="72000" rIns="72000" bIns="72000"/>
          <a:lstStyle>
            <a:lvl1pPr marL="0" indent="0" algn="l" defTabSz="128016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4008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8016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024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56032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2044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6052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4068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KPI 1 – Divisão de risco dos clubes</a:t>
            </a:r>
          </a:p>
          <a:p>
            <a:r>
              <a:rPr lang="pt-BR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Classifica os clubes conforme o risco previsto nas categorias Baixo, Medio, Alto e Muito alto.</a:t>
            </a:r>
          </a:p>
        </p:txBody>
      </p:sp>
      <p:sp>
        <p:nvSpPr>
          <p:cNvPr id="20" name="Espaço Reservado para Texto 1">
            <a:extLst>
              <a:ext uri="{FF2B5EF4-FFF2-40B4-BE49-F238E27FC236}">
                <a16:creationId xmlns:a16="http://schemas.microsoft.com/office/drawing/2014/main" id="{40C22DA8-04A9-7F05-1E77-85966597C8A4}"/>
              </a:ext>
            </a:extLst>
          </p:cNvPr>
          <p:cNvSpPr txBox="1">
            <a:spLocks/>
          </p:cNvSpPr>
          <p:nvPr/>
        </p:nvSpPr>
        <p:spPr>
          <a:xfrm>
            <a:off x="8401050" y="2156660"/>
            <a:ext cx="7683956" cy="1254198"/>
          </a:xfrm>
          <a:prstGeom prst="rect">
            <a:avLst/>
          </a:prstGeom>
          <a:solidFill>
            <a:schemeClr val="bg2"/>
          </a:solidFill>
          <a:effectLst>
            <a:outerShdw blurRad="215900" dist="114300" dir="2700000" algn="tl" rotWithShape="0">
              <a:prstClr val="black">
                <a:alpha val="30000"/>
              </a:prstClr>
            </a:outerShdw>
            <a:softEdge rad="38100"/>
          </a:effectLst>
        </p:spPr>
        <p:txBody>
          <a:bodyPr lIns="72000" tIns="72000" rIns="72000" bIns="72000"/>
          <a:lstStyle>
            <a:lvl1pPr marL="0" indent="0" algn="l" defTabSz="128016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4008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8016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024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56032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2044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6052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4068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sz="1600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Espaço Reservado para Texto 1">
            <a:extLst>
              <a:ext uri="{FF2B5EF4-FFF2-40B4-BE49-F238E27FC236}">
                <a16:creationId xmlns:a16="http://schemas.microsoft.com/office/drawing/2014/main" id="{5DD33A01-0674-351E-87A7-49E10712ED80}"/>
              </a:ext>
            </a:extLst>
          </p:cNvPr>
          <p:cNvSpPr txBox="1">
            <a:spLocks/>
          </p:cNvSpPr>
          <p:nvPr/>
        </p:nvSpPr>
        <p:spPr>
          <a:xfrm>
            <a:off x="8589736" y="2330551"/>
            <a:ext cx="6620786" cy="793649"/>
          </a:xfrm>
          <a:prstGeom prst="rect">
            <a:avLst/>
          </a:prstGeom>
          <a:noFill/>
        </p:spPr>
        <p:txBody>
          <a:bodyPr lIns="72000" tIns="72000" rIns="72000" bIns="72000"/>
          <a:lstStyle>
            <a:lvl1pPr marL="0" indent="0" algn="l" defTabSz="128016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4008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8016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024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56032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2044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6052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4068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KPI 2 – Média de risco</a:t>
            </a:r>
          </a:p>
          <a:p>
            <a:r>
              <a:rPr lang="pt-BR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Apresenta a média de risco previsto entre os clubes analisados.</a:t>
            </a:r>
          </a:p>
        </p:txBody>
      </p:sp>
      <p:sp>
        <p:nvSpPr>
          <p:cNvPr id="25" name="Espaço Reservado para Texto 1">
            <a:extLst>
              <a:ext uri="{FF2B5EF4-FFF2-40B4-BE49-F238E27FC236}">
                <a16:creationId xmlns:a16="http://schemas.microsoft.com/office/drawing/2014/main" id="{2114B58A-7B6C-8A51-A372-CFD809F1038E}"/>
              </a:ext>
            </a:extLst>
          </p:cNvPr>
          <p:cNvSpPr txBox="1">
            <a:spLocks/>
          </p:cNvSpPr>
          <p:nvPr/>
        </p:nvSpPr>
        <p:spPr>
          <a:xfrm>
            <a:off x="317044" y="3757109"/>
            <a:ext cx="7683956" cy="1254198"/>
          </a:xfrm>
          <a:prstGeom prst="rect">
            <a:avLst/>
          </a:prstGeom>
          <a:solidFill>
            <a:schemeClr val="bg2"/>
          </a:solidFill>
          <a:effectLst>
            <a:outerShdw blurRad="215900" dist="114300" dir="2700000" algn="tl" rotWithShape="0">
              <a:prstClr val="black">
                <a:alpha val="30000"/>
              </a:prstClr>
            </a:outerShdw>
            <a:softEdge rad="38100"/>
          </a:effectLst>
        </p:spPr>
        <p:txBody>
          <a:bodyPr lIns="72000" tIns="72000" rIns="72000" bIns="72000"/>
          <a:lstStyle>
            <a:lvl1pPr marL="0" indent="0" algn="l" defTabSz="128016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4008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8016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024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56032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2044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6052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4068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sz="1600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Espaço Reservado para Texto 1">
            <a:extLst>
              <a:ext uri="{FF2B5EF4-FFF2-40B4-BE49-F238E27FC236}">
                <a16:creationId xmlns:a16="http://schemas.microsoft.com/office/drawing/2014/main" id="{9E807486-C73E-900F-B9BE-D66C04A8780E}"/>
              </a:ext>
            </a:extLst>
          </p:cNvPr>
          <p:cNvSpPr txBox="1">
            <a:spLocks/>
          </p:cNvSpPr>
          <p:nvPr/>
        </p:nvSpPr>
        <p:spPr>
          <a:xfrm>
            <a:off x="505730" y="3931000"/>
            <a:ext cx="6620786" cy="793649"/>
          </a:xfrm>
          <a:prstGeom prst="rect">
            <a:avLst/>
          </a:prstGeom>
          <a:noFill/>
        </p:spPr>
        <p:txBody>
          <a:bodyPr lIns="72000" tIns="72000" rIns="72000" bIns="72000"/>
          <a:lstStyle>
            <a:lvl1pPr marL="0" indent="0" algn="l" defTabSz="128016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4008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8016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024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56032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2044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6052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4068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KPI 3 – Maior risco de rebaixamento</a:t>
            </a:r>
          </a:p>
          <a:p>
            <a:r>
              <a:rPr lang="pt-BR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Identifica o clube com maior risco previsto na temporada analisada.</a:t>
            </a:r>
          </a:p>
        </p:txBody>
      </p:sp>
      <p:sp>
        <p:nvSpPr>
          <p:cNvPr id="29" name="Espaço Reservado para Texto 1">
            <a:extLst>
              <a:ext uri="{FF2B5EF4-FFF2-40B4-BE49-F238E27FC236}">
                <a16:creationId xmlns:a16="http://schemas.microsoft.com/office/drawing/2014/main" id="{C6ECB8DB-5348-3C77-33FF-CAB922DF014D}"/>
              </a:ext>
            </a:extLst>
          </p:cNvPr>
          <p:cNvSpPr txBox="1">
            <a:spLocks/>
          </p:cNvSpPr>
          <p:nvPr/>
        </p:nvSpPr>
        <p:spPr>
          <a:xfrm>
            <a:off x="8401050" y="3757109"/>
            <a:ext cx="7683956" cy="1254198"/>
          </a:xfrm>
          <a:prstGeom prst="rect">
            <a:avLst/>
          </a:prstGeom>
          <a:solidFill>
            <a:schemeClr val="bg2"/>
          </a:solidFill>
          <a:effectLst>
            <a:outerShdw blurRad="215900" dist="114300" dir="2700000" algn="tl" rotWithShape="0">
              <a:prstClr val="black">
                <a:alpha val="30000"/>
              </a:prstClr>
            </a:outerShdw>
            <a:softEdge rad="38100"/>
          </a:effectLst>
        </p:spPr>
        <p:txBody>
          <a:bodyPr lIns="72000" tIns="72000" rIns="72000" bIns="72000"/>
          <a:lstStyle>
            <a:lvl1pPr marL="0" indent="0" algn="l" defTabSz="128016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4008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8016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024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56032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2044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6052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4068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sz="1600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Espaço Reservado para Texto 1">
            <a:extLst>
              <a:ext uri="{FF2B5EF4-FFF2-40B4-BE49-F238E27FC236}">
                <a16:creationId xmlns:a16="http://schemas.microsoft.com/office/drawing/2014/main" id="{B22B410E-0F7C-7A10-F2A9-7FE4DD3D781C}"/>
              </a:ext>
            </a:extLst>
          </p:cNvPr>
          <p:cNvSpPr txBox="1">
            <a:spLocks/>
          </p:cNvSpPr>
          <p:nvPr/>
        </p:nvSpPr>
        <p:spPr>
          <a:xfrm>
            <a:off x="8589736" y="3931000"/>
            <a:ext cx="6620786" cy="793649"/>
          </a:xfrm>
          <a:prstGeom prst="rect">
            <a:avLst/>
          </a:prstGeom>
          <a:noFill/>
        </p:spPr>
        <p:txBody>
          <a:bodyPr lIns="72000" tIns="72000" rIns="72000" bIns="72000"/>
          <a:lstStyle>
            <a:lvl1pPr marL="0" indent="0" algn="l" defTabSz="128016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4008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8016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024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56032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2044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6052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4068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KPI 4 – Menor Risco de rebaixamento</a:t>
            </a:r>
            <a:endParaRPr lang="pt-BR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Identifica o clube com menor risco previsto na temporada analisada.</a:t>
            </a:r>
          </a:p>
        </p:txBody>
      </p:sp>
      <p:sp>
        <p:nvSpPr>
          <p:cNvPr id="33" name="Espaço Reservado para Texto 1">
            <a:extLst>
              <a:ext uri="{FF2B5EF4-FFF2-40B4-BE49-F238E27FC236}">
                <a16:creationId xmlns:a16="http://schemas.microsoft.com/office/drawing/2014/main" id="{A0FC9110-E7BE-86A5-71B1-F4E35A37B9AB}"/>
              </a:ext>
            </a:extLst>
          </p:cNvPr>
          <p:cNvSpPr txBox="1">
            <a:spLocks/>
          </p:cNvSpPr>
          <p:nvPr/>
        </p:nvSpPr>
        <p:spPr>
          <a:xfrm>
            <a:off x="317044" y="5357558"/>
            <a:ext cx="7683956" cy="1254198"/>
          </a:xfrm>
          <a:prstGeom prst="rect">
            <a:avLst/>
          </a:prstGeom>
          <a:solidFill>
            <a:schemeClr val="bg2"/>
          </a:solidFill>
          <a:effectLst>
            <a:outerShdw blurRad="215900" dist="114300" dir="2700000" algn="tl" rotWithShape="0">
              <a:prstClr val="black">
                <a:alpha val="30000"/>
              </a:prstClr>
            </a:outerShdw>
            <a:softEdge rad="38100"/>
          </a:effectLst>
        </p:spPr>
        <p:txBody>
          <a:bodyPr lIns="72000" tIns="72000" rIns="72000" bIns="72000"/>
          <a:lstStyle>
            <a:lvl1pPr marL="0" indent="0" algn="l" defTabSz="128016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4008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8016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024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56032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2044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6052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4068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sz="1600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Espaço Reservado para Texto 1">
            <a:extLst>
              <a:ext uri="{FF2B5EF4-FFF2-40B4-BE49-F238E27FC236}">
                <a16:creationId xmlns:a16="http://schemas.microsoft.com/office/drawing/2014/main" id="{9B3A136E-25E5-48E8-6D9A-F528983D6735}"/>
              </a:ext>
            </a:extLst>
          </p:cNvPr>
          <p:cNvSpPr txBox="1">
            <a:spLocks/>
          </p:cNvSpPr>
          <p:nvPr/>
        </p:nvSpPr>
        <p:spPr>
          <a:xfrm>
            <a:off x="505730" y="5531449"/>
            <a:ext cx="6620786" cy="793649"/>
          </a:xfrm>
          <a:prstGeom prst="rect">
            <a:avLst/>
          </a:prstGeom>
          <a:noFill/>
        </p:spPr>
        <p:txBody>
          <a:bodyPr lIns="72000" tIns="72000" rIns="72000" bIns="72000"/>
          <a:lstStyle>
            <a:lvl1pPr marL="0" indent="0" algn="l" defTabSz="128016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4008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8016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024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56032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2044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6052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4068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KPI 5 – Risco de rebaixamento por clube</a:t>
            </a:r>
          </a:p>
          <a:p>
            <a:r>
              <a:rPr lang="pt-BR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Gráfico de barras com risco previsto de cada clube, permitindo comparação entre eles.</a:t>
            </a:r>
          </a:p>
        </p:txBody>
      </p:sp>
      <p:sp>
        <p:nvSpPr>
          <p:cNvPr id="40" name="Espaço Reservado para Texto 1">
            <a:extLst>
              <a:ext uri="{FF2B5EF4-FFF2-40B4-BE49-F238E27FC236}">
                <a16:creationId xmlns:a16="http://schemas.microsoft.com/office/drawing/2014/main" id="{ACAC470C-CC8A-7985-ACDB-40BC4C1ADE4E}"/>
              </a:ext>
            </a:extLst>
          </p:cNvPr>
          <p:cNvSpPr txBox="1">
            <a:spLocks/>
          </p:cNvSpPr>
          <p:nvPr/>
        </p:nvSpPr>
        <p:spPr>
          <a:xfrm>
            <a:off x="8401050" y="5357558"/>
            <a:ext cx="7683956" cy="1254198"/>
          </a:xfrm>
          <a:prstGeom prst="rect">
            <a:avLst/>
          </a:prstGeom>
          <a:solidFill>
            <a:schemeClr val="bg2"/>
          </a:solidFill>
          <a:effectLst>
            <a:outerShdw blurRad="215900" dist="114300" dir="2700000" algn="tl" rotWithShape="0">
              <a:prstClr val="black">
                <a:alpha val="30000"/>
              </a:prstClr>
            </a:outerShdw>
            <a:softEdge rad="38100"/>
          </a:effectLst>
        </p:spPr>
        <p:txBody>
          <a:bodyPr lIns="72000" tIns="72000" rIns="72000" bIns="72000"/>
          <a:lstStyle>
            <a:lvl1pPr marL="0" indent="0" algn="l" defTabSz="128016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4008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8016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024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56032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2044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6052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4068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sz="1600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Espaço Reservado para Texto 1">
            <a:extLst>
              <a:ext uri="{FF2B5EF4-FFF2-40B4-BE49-F238E27FC236}">
                <a16:creationId xmlns:a16="http://schemas.microsoft.com/office/drawing/2014/main" id="{8D0A85B0-C545-D8AA-47E7-3F983AA2A6B1}"/>
              </a:ext>
            </a:extLst>
          </p:cNvPr>
          <p:cNvSpPr txBox="1">
            <a:spLocks/>
          </p:cNvSpPr>
          <p:nvPr/>
        </p:nvSpPr>
        <p:spPr>
          <a:xfrm>
            <a:off x="8589736" y="5531449"/>
            <a:ext cx="6883626" cy="793649"/>
          </a:xfrm>
          <a:prstGeom prst="rect">
            <a:avLst/>
          </a:prstGeom>
          <a:noFill/>
        </p:spPr>
        <p:txBody>
          <a:bodyPr lIns="72000" tIns="72000" rIns="72000" bIns="72000"/>
          <a:lstStyle>
            <a:lvl1pPr marL="0" indent="0" algn="l" defTabSz="128016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4008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8016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024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56032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2044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6052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4068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KPI 1 – Risco ao longo das temporada (2014 – 2025)</a:t>
            </a:r>
          </a:p>
          <a:p>
            <a:r>
              <a:rPr lang="pt-BR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Evolução histórica do risco previsto, mostrando o comportamento dos clubes ao longo do tempo..</a:t>
            </a:r>
          </a:p>
        </p:txBody>
      </p:sp>
      <p:sp>
        <p:nvSpPr>
          <p:cNvPr id="46" name="Espaço Reservado para Texto 1">
            <a:extLst>
              <a:ext uri="{FF2B5EF4-FFF2-40B4-BE49-F238E27FC236}">
                <a16:creationId xmlns:a16="http://schemas.microsoft.com/office/drawing/2014/main" id="{74C12E54-5CF2-971E-7FAE-ED161C26FEBD}"/>
              </a:ext>
            </a:extLst>
          </p:cNvPr>
          <p:cNvSpPr txBox="1">
            <a:spLocks/>
          </p:cNvSpPr>
          <p:nvPr/>
        </p:nvSpPr>
        <p:spPr>
          <a:xfrm>
            <a:off x="2775477" y="7809956"/>
            <a:ext cx="10851096" cy="699685"/>
          </a:xfrm>
          <a:prstGeom prst="rect">
            <a:avLst/>
          </a:prstGeom>
          <a:solidFill>
            <a:schemeClr val="bg2"/>
          </a:solidFill>
          <a:effectLst>
            <a:outerShdw blurRad="215900" dist="114300" dir="2700000" algn="tl" rotWithShape="0">
              <a:prstClr val="black">
                <a:alpha val="30000"/>
              </a:prstClr>
            </a:outerShdw>
            <a:softEdge rad="38100"/>
          </a:effectLst>
        </p:spPr>
        <p:txBody>
          <a:bodyPr lIns="72000" tIns="72000" rIns="72000" bIns="72000" anchor="ctr"/>
          <a:lstStyle>
            <a:lvl1pPr marL="0" indent="0" algn="l" defTabSz="128016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4008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8016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024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56032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2044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6052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4068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16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Dashboard: </a:t>
            </a:r>
            <a:r>
              <a:rPr lang="pt-BR" dirty="0"/>
              <a:t>https://public.tableau.com/app/profile/felipe.pinheiro.foss./viz/Projeto-em-bi-analytics/Dashboard</a:t>
            </a:r>
            <a:endParaRPr lang="pt-BR" sz="1600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47493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D47FDC-CD9C-315D-5BF0-4195DB50C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F8B34A84-B5F1-7A4A-F608-FA691A51652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8688" y="1301750"/>
            <a:ext cx="14544674" cy="625401"/>
          </a:xfrm>
        </p:spPr>
        <p:txBody>
          <a:bodyPr/>
          <a:lstStyle/>
          <a:p>
            <a:r>
              <a:rPr lang="pt-BR" sz="3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Principais insights – Temporada 2025</a:t>
            </a:r>
          </a:p>
        </p:txBody>
      </p:sp>
      <p:sp>
        <p:nvSpPr>
          <p:cNvPr id="20" name="Espaço Reservado para Texto 1">
            <a:extLst>
              <a:ext uri="{FF2B5EF4-FFF2-40B4-BE49-F238E27FC236}">
                <a16:creationId xmlns:a16="http://schemas.microsoft.com/office/drawing/2014/main" id="{CEA9DCD1-8701-DC18-FD80-B8A8FEE276D2}"/>
              </a:ext>
            </a:extLst>
          </p:cNvPr>
          <p:cNvSpPr txBox="1">
            <a:spLocks/>
          </p:cNvSpPr>
          <p:nvPr/>
        </p:nvSpPr>
        <p:spPr>
          <a:xfrm>
            <a:off x="8401050" y="2156660"/>
            <a:ext cx="7683956" cy="1254198"/>
          </a:xfrm>
          <a:prstGeom prst="rect">
            <a:avLst/>
          </a:prstGeom>
          <a:solidFill>
            <a:schemeClr val="bg2"/>
          </a:solidFill>
          <a:effectLst>
            <a:outerShdw blurRad="215900" dist="114300" dir="2700000" algn="tl" rotWithShape="0">
              <a:prstClr val="black">
                <a:alpha val="30000"/>
              </a:prstClr>
            </a:outerShdw>
            <a:softEdge rad="38100"/>
          </a:effectLst>
        </p:spPr>
        <p:txBody>
          <a:bodyPr lIns="72000" tIns="72000" rIns="72000" bIns="72000"/>
          <a:lstStyle>
            <a:lvl1pPr marL="0" indent="0" algn="l" defTabSz="128016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4008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8016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024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56032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2044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6052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4068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sz="1600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Espaço Reservado para Texto 1">
            <a:extLst>
              <a:ext uri="{FF2B5EF4-FFF2-40B4-BE49-F238E27FC236}">
                <a16:creationId xmlns:a16="http://schemas.microsoft.com/office/drawing/2014/main" id="{546106AF-6736-EB8A-0303-2A64AEA157EB}"/>
              </a:ext>
            </a:extLst>
          </p:cNvPr>
          <p:cNvSpPr txBox="1">
            <a:spLocks/>
          </p:cNvSpPr>
          <p:nvPr/>
        </p:nvSpPr>
        <p:spPr>
          <a:xfrm>
            <a:off x="8589736" y="2330551"/>
            <a:ext cx="7324714" cy="793649"/>
          </a:xfrm>
          <a:prstGeom prst="rect">
            <a:avLst/>
          </a:prstGeom>
          <a:noFill/>
        </p:spPr>
        <p:txBody>
          <a:bodyPr lIns="72000" tIns="72000" rIns="72000" bIns="72000"/>
          <a:lstStyle>
            <a:lvl1pPr marL="0" indent="0" algn="l" defTabSz="128016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4008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8016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024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56032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2044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6052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4068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Sport - 83,49%</a:t>
            </a:r>
          </a:p>
          <a:p>
            <a:pPr algn="ctr"/>
            <a:r>
              <a:rPr lang="pt-BR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Apresenta a média de risco previsto entre os clubes analisados.</a:t>
            </a:r>
          </a:p>
        </p:txBody>
      </p:sp>
      <p:sp>
        <p:nvSpPr>
          <p:cNvPr id="29" name="Espaço Reservado para Texto 1">
            <a:extLst>
              <a:ext uri="{FF2B5EF4-FFF2-40B4-BE49-F238E27FC236}">
                <a16:creationId xmlns:a16="http://schemas.microsoft.com/office/drawing/2014/main" id="{57CC3FDE-824A-3037-27DE-C838FA5FDFAF}"/>
              </a:ext>
            </a:extLst>
          </p:cNvPr>
          <p:cNvSpPr txBox="1">
            <a:spLocks/>
          </p:cNvSpPr>
          <p:nvPr/>
        </p:nvSpPr>
        <p:spPr>
          <a:xfrm>
            <a:off x="8401050" y="3757109"/>
            <a:ext cx="7683956" cy="1254198"/>
          </a:xfrm>
          <a:prstGeom prst="rect">
            <a:avLst/>
          </a:prstGeom>
          <a:solidFill>
            <a:schemeClr val="bg2"/>
          </a:solidFill>
          <a:effectLst>
            <a:outerShdw blurRad="215900" dist="114300" dir="2700000" algn="tl" rotWithShape="0">
              <a:prstClr val="black">
                <a:alpha val="30000"/>
              </a:prstClr>
            </a:outerShdw>
            <a:softEdge rad="38100"/>
          </a:effectLst>
        </p:spPr>
        <p:txBody>
          <a:bodyPr lIns="72000" tIns="72000" rIns="72000" bIns="72000"/>
          <a:lstStyle>
            <a:lvl1pPr marL="0" indent="0" algn="l" defTabSz="128016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4008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8016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024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56032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2044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6052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4068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sz="1600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Espaço Reservado para Texto 1">
            <a:extLst>
              <a:ext uri="{FF2B5EF4-FFF2-40B4-BE49-F238E27FC236}">
                <a16:creationId xmlns:a16="http://schemas.microsoft.com/office/drawing/2014/main" id="{4A0D9C4D-F27D-BA70-45F0-396B418C87A2}"/>
              </a:ext>
            </a:extLst>
          </p:cNvPr>
          <p:cNvSpPr txBox="1">
            <a:spLocks/>
          </p:cNvSpPr>
          <p:nvPr/>
        </p:nvSpPr>
        <p:spPr>
          <a:xfrm>
            <a:off x="8589736" y="3931000"/>
            <a:ext cx="7324714" cy="793649"/>
          </a:xfrm>
          <a:prstGeom prst="rect">
            <a:avLst/>
          </a:prstGeom>
          <a:noFill/>
        </p:spPr>
        <p:txBody>
          <a:bodyPr lIns="72000" tIns="72000" rIns="72000" bIns="72000"/>
          <a:lstStyle>
            <a:lvl1pPr marL="0" indent="0" algn="l" defTabSz="128016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4008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8016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024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56032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2044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6052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4068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28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Flamengo - 21%</a:t>
            </a:r>
            <a:endParaRPr lang="pt-BR" sz="2800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pt-BR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Identifica o clube com menor risco previsto na temporada analisada.</a:t>
            </a:r>
          </a:p>
        </p:txBody>
      </p:sp>
      <p:sp>
        <p:nvSpPr>
          <p:cNvPr id="40" name="Espaço Reservado para Texto 1">
            <a:extLst>
              <a:ext uri="{FF2B5EF4-FFF2-40B4-BE49-F238E27FC236}">
                <a16:creationId xmlns:a16="http://schemas.microsoft.com/office/drawing/2014/main" id="{F158F3D1-4D42-F89D-E4FE-ADD597594433}"/>
              </a:ext>
            </a:extLst>
          </p:cNvPr>
          <p:cNvSpPr txBox="1">
            <a:spLocks/>
          </p:cNvSpPr>
          <p:nvPr/>
        </p:nvSpPr>
        <p:spPr>
          <a:xfrm>
            <a:off x="8401050" y="5357558"/>
            <a:ext cx="7683956" cy="2941892"/>
          </a:xfrm>
          <a:prstGeom prst="rect">
            <a:avLst/>
          </a:prstGeom>
          <a:solidFill>
            <a:schemeClr val="bg2"/>
          </a:solidFill>
          <a:effectLst>
            <a:outerShdw blurRad="215900" dist="114300" dir="2700000" algn="tl" rotWithShape="0">
              <a:prstClr val="black">
                <a:alpha val="30000"/>
              </a:prstClr>
            </a:outerShdw>
            <a:softEdge rad="38100"/>
          </a:effectLst>
        </p:spPr>
        <p:txBody>
          <a:bodyPr lIns="72000" tIns="72000" rIns="72000" bIns="72000"/>
          <a:lstStyle>
            <a:lvl1pPr marL="0" indent="0" algn="l" defTabSz="128016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4008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8016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024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56032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2044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6052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4068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sz="1600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Espaço Reservado para Texto 1">
            <a:extLst>
              <a:ext uri="{FF2B5EF4-FFF2-40B4-BE49-F238E27FC236}">
                <a16:creationId xmlns:a16="http://schemas.microsoft.com/office/drawing/2014/main" id="{3F23FADD-12EC-A2F3-2447-EAEA113A04FC}"/>
              </a:ext>
            </a:extLst>
          </p:cNvPr>
          <p:cNvSpPr txBox="1">
            <a:spLocks/>
          </p:cNvSpPr>
          <p:nvPr/>
        </p:nvSpPr>
        <p:spPr>
          <a:xfrm>
            <a:off x="8589735" y="5531449"/>
            <a:ext cx="7324715" cy="2367411"/>
          </a:xfrm>
          <a:prstGeom prst="rect">
            <a:avLst/>
          </a:prstGeom>
          <a:noFill/>
        </p:spPr>
        <p:txBody>
          <a:bodyPr lIns="72000" tIns="72000" rIns="72000" bIns="72000"/>
          <a:lstStyle>
            <a:lvl1pPr marL="0" indent="0" algn="l" defTabSz="128016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4008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8016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024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560320" indent="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2044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6052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40680" indent="-320040" algn="l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2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8 dos 20 clubes correm risco</a:t>
            </a:r>
          </a:p>
          <a:p>
            <a:pPr algn="ctr"/>
            <a:endParaRPr lang="pt-BR" dirty="0">
              <a:solidFill>
                <a:srgbClr val="333333"/>
              </a:solidFill>
            </a:endParaRPr>
          </a:p>
          <a:p>
            <a:pPr algn="ctr"/>
            <a:r>
              <a:rPr lang="pt-BR" dirty="0">
                <a:solidFill>
                  <a:srgbClr val="333333"/>
                </a:solidFill>
              </a:rPr>
              <a:t>(40%) estão na faixa de risco Muito alto (≥ 60%) na temporada de 2025, concentrados nas últimas colocações da tabela - refletindo a forte relação entre posição final e risco de queda captada pelo modelo.</a:t>
            </a:r>
            <a:endParaRPr lang="pt-BR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1E3BDD09-7B06-3D3D-2607-275DF7BF47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688" y="2056092"/>
            <a:ext cx="6860718" cy="6950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6348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0378000"/>
      </p:ext>
    </p:extLst>
  </p:cSld>
  <p:clrMapOvr>
    <a:masterClrMapping/>
  </p:clrMapOvr>
</p:sld>
</file>

<file path=ppt/theme/theme1.xml><?xml version="1.0" encoding="utf-8"?>
<a:theme xmlns:a="http://schemas.openxmlformats.org/drawingml/2006/main" name="Extensionista_Mapa_de_Empatia">
  <a:themeElements>
    <a:clrScheme name="Personalizada 8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0563C1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34925">
          <a:noFill/>
        </a:ln>
      </a:spPr>
      <a:bodyPr lIns="0" tIns="0" rIns="0" bIns="0" rtlCol="0" anchor="t"/>
      <a:lstStyle>
        <a:defPPr algn="l">
          <a:lnSpc>
            <a:spcPct val="100000"/>
          </a:lnSpc>
          <a:defRPr sz="1600" b="1" spc="50" dirty="0" smtClean="0">
            <a:solidFill>
              <a:srgbClr val="19266B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  <a:ln w="9525">
          <a:solidFill>
            <a:srgbClr val="4B00DC"/>
          </a:solidFill>
        </a:ln>
      </a:spPr>
      <a:bodyPr wrap="square" lIns="72000" tIns="72000" rIns="72000" bIns="72000" rtlCol="0" anchor="ctr" anchorCtr="0">
        <a:spAutoFit/>
      </a:bodyPr>
      <a:lstStyle>
        <a:defPPr algn="ctr" fontAlgn="base">
          <a:lnSpc>
            <a:spcPts val="2400"/>
          </a:lnSpc>
          <a:defRPr sz="2000" b="0" kern="1800" spc="-10" baseline="0" dirty="0" smtClean="0">
            <a:solidFill>
              <a:srgbClr val="4B00DC"/>
            </a:solidFill>
            <a:effectLst/>
            <a:latin typeface="+mn-lt"/>
            <a:ea typeface="+mn-ea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Extensionista_Mapa_de_Empatia" id="{1E0A14DB-EACD-4C09-970D-9B74786C02BA}" vid="{A356B5F9-4AF9-4532-8AB7-0B7F924627AB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6439f31e-650a-4110-90ce-dedea4761958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0B80C79D672AC42A1970465DFBE826F" ma:contentTypeVersion="15" ma:contentTypeDescription="Crie um novo documento." ma:contentTypeScope="" ma:versionID="2eefaa1e6d6c44dc16da2b9d163c9050">
  <xsd:schema xmlns:xsd="http://www.w3.org/2001/XMLSchema" xmlns:xs="http://www.w3.org/2001/XMLSchema" xmlns:p="http://schemas.microsoft.com/office/2006/metadata/properties" xmlns:ns3="6439f31e-650a-4110-90ce-dedea4761958" xmlns:ns4="0c1d693f-504f-4903-8fa4-fc4240ce4f11" targetNamespace="http://schemas.microsoft.com/office/2006/metadata/properties" ma:root="true" ma:fieldsID="0d3e9c37c1323d55a0c2b9c866021e93" ns3:_="" ns4:_="">
    <xsd:import namespace="6439f31e-650a-4110-90ce-dedea4761958"/>
    <xsd:import namespace="0c1d693f-504f-4903-8fa4-fc4240ce4f11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OCR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39f31e-650a-4110-90ce-dedea476195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1d693f-504f-4903-8fa4-fc4240ce4f11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Hash de Dica de Compartilhamento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16D510D-55C7-43E2-BA4A-72786699A12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C5DC577-20A1-4512-B4E1-28F0CC21B7A7}">
  <ds:schemaRefs>
    <ds:schemaRef ds:uri="http://schemas.microsoft.com/office/2006/documentManagement/types"/>
    <ds:schemaRef ds:uri="http://purl.org/dc/elements/1.1/"/>
    <ds:schemaRef ds:uri="http://schemas.microsoft.com/office/2006/metadata/properties"/>
    <ds:schemaRef ds:uri="6439f31e-650a-4110-90ce-dedea4761958"/>
    <ds:schemaRef ds:uri="http://purl.org/dc/terms/"/>
    <ds:schemaRef ds:uri="http://schemas.openxmlformats.org/package/2006/metadata/core-properties"/>
    <ds:schemaRef ds:uri="http://purl.org/dc/dcmitype/"/>
    <ds:schemaRef ds:uri="0c1d693f-504f-4903-8fa4-fc4240ce4f11"/>
    <ds:schemaRef ds:uri="http://schemas.microsoft.com/office/infopath/2007/PartnerControl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D4840938-E05E-4C2F-BC8B-C9AED83822C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439f31e-650a-4110-90ce-dedea4761958"/>
    <ds:schemaRef ds:uri="0c1d693f-504f-4903-8fa4-fc4240ce4f1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Extensionista_Mapa_de_Empatia</Template>
  <TotalTime>2590</TotalTime>
  <Words>597</Words>
  <Application>Microsoft Office PowerPoint</Application>
  <PresentationFormat>Personalizados</PresentationFormat>
  <Paragraphs>58</Paragraphs>
  <Slides>7</Slides>
  <Notes>4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Extensionista_Mapa_de_Empatia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Rafaela Boletti Duraes Souto</dc:creator>
  <cp:lastModifiedBy>FELIPE PINHEIRO FOSSA</cp:lastModifiedBy>
  <cp:revision>272</cp:revision>
  <dcterms:created xsi:type="dcterms:W3CDTF">2024-07-05T13:08:06Z</dcterms:created>
  <dcterms:modified xsi:type="dcterms:W3CDTF">2026-09-06T02:16:26Z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0x010100D0B80C79D672AC42A1970465DFBE826F</vt:lpwstr>
  </property>
  <property fmtid="{D5CDD505-2E9C-101B-9397-08002B2CF9AE}" pid="3" name="MSIP_Label_086c2b39-4223-4d15-bcb9-787ea17e6435_Enabled">
    <vt:lpwstr>true</vt:lpwstr>
  </property>
  <property fmtid="{D5CDD505-2E9C-101B-9397-08002B2CF9AE}" pid="4" name="MSIP_Label_086c2b39-4223-4d15-bcb9-787ea17e6435_SetDate">
    <vt:lpwstr>2025-05-08T19:30:29Z</vt:lpwstr>
  </property>
  <property fmtid="{D5CDD505-2E9C-101B-9397-08002B2CF9AE}" pid="5" name="MSIP_Label_086c2b39-4223-4d15-bcb9-787ea17e6435_Method">
    <vt:lpwstr>Standard</vt:lpwstr>
  </property>
  <property fmtid="{D5CDD505-2E9C-101B-9397-08002B2CF9AE}" pid="6" name="MSIP_Label_086c2b39-4223-4d15-bcb9-787ea17e6435_Name">
    <vt:lpwstr>086c2b39-4223-4d15-bcb9-787ea17e6435</vt:lpwstr>
  </property>
  <property fmtid="{D5CDD505-2E9C-101B-9397-08002B2CF9AE}" pid="7" name="MSIP_Label_086c2b39-4223-4d15-bcb9-787ea17e6435_SiteId">
    <vt:lpwstr>7575b092-fc5f-4f6c-b7a5-9e9ef7aca80d</vt:lpwstr>
  </property>
  <property fmtid="{D5CDD505-2E9C-101B-9397-08002B2CF9AE}" pid="8" name="MSIP_Label_086c2b39-4223-4d15-bcb9-787ea17e6435_ActionId">
    <vt:lpwstr>e72fddd9-a87f-4e4f-8e80-f02fe8eadf91</vt:lpwstr>
  </property>
  <property fmtid="{D5CDD505-2E9C-101B-9397-08002B2CF9AE}" pid="9" name="MSIP_Label_086c2b39-4223-4d15-bcb9-787ea17e6435_ContentBits">
    <vt:lpwstr>0</vt:lpwstr>
  </property>
  <property fmtid="{D5CDD505-2E9C-101B-9397-08002B2CF9AE}" pid="10" name="MSIP_Label_086c2b39-4223-4d15-bcb9-787ea17e6435_Tag">
    <vt:lpwstr>10, 3, 0, 1</vt:lpwstr>
  </property>
</Properties>
</file>