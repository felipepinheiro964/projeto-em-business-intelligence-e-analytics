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1"/>
  </p:notesMasterIdLst>
  <p:handoutMasterIdLst>
    <p:handoutMasterId r:id="rId12"/>
  </p:handoutMasterIdLst>
  <p:sldIdLst>
    <p:sldId id="288" r:id="rId5"/>
    <p:sldId id="303" r:id="rId6"/>
    <p:sldId id="302" r:id="rId7"/>
    <p:sldId id="304" r:id="rId8"/>
    <p:sldId id="305" r:id="rId9"/>
    <p:sldId id="300" r:id="rId10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5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12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8" y="22709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4" y="22709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100" y="22709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7" y="24448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7" y="30404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3" y="24448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3" y="30404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9" y="24448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9" y="30404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2376</TotalTime>
  <Words>273</Words>
  <Application>Microsoft Office PowerPoint</Application>
  <PresentationFormat>Personalizados</PresentationFormat>
  <Paragraphs>30</Paragraphs>
  <Slides>6</Slides>
  <Notes>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269</cp:revision>
  <dcterms:created xsi:type="dcterms:W3CDTF">2024-07-05T13:08:06Z</dcterms:created>
  <dcterms:modified xsi:type="dcterms:W3CDTF">2026-09-05T22:42:08Z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