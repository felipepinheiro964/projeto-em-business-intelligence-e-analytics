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>
        <p:scale>
          <a:sx n="50" d="100"/>
          <a:sy n="50" d="100"/>
        </p:scale>
        <p:origin x="-204" y="8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3099443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5AA023C6-56D6-F152-8B49-4085D087A29F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FE5BDC7B-EF69-B6F8-0C32-8ED6164BA7FB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98FCB85E-93B7-1FC3-3C47-C54599E4A6F4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928688" y="2041451"/>
            <a:ext cx="14544674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Python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928688" y="3799757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739AE78C-57B9-A849-E87A-6F48116B96F1}"/>
              </a:ext>
            </a:extLst>
          </p:cNvPr>
          <p:cNvSpPr txBox="1">
            <a:spLocks/>
          </p:cNvSpPr>
          <p:nvPr/>
        </p:nvSpPr>
        <p:spPr>
          <a:xfrm>
            <a:off x="928688" y="4857750"/>
            <a:ext cx="4386262" cy="3384550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rebaixamente calculada para cada um dos 20 clubes de Série A na temporada 2025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61F207CE-E01C-6EED-159C-D03B17C8D0A6}"/>
              </a:ext>
            </a:extLst>
          </p:cNvPr>
          <p:cNvSpPr txBox="1">
            <a:spLocks/>
          </p:cNvSpPr>
          <p:nvPr/>
        </p:nvSpPr>
        <p:spPr>
          <a:xfrm>
            <a:off x="6007894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ctr" rotWithShape="0">
              <a:srgbClr val="000000">
                <a:alpha val="76000"/>
              </a:srgb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variavel preditiva.</a:t>
            </a: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0A70C441-77D9-7936-1F04-CB6B04935D29}"/>
              </a:ext>
            </a:extLst>
          </p:cNvPr>
          <p:cNvSpPr txBox="1">
            <a:spLocks/>
          </p:cNvSpPr>
          <p:nvPr/>
        </p:nvSpPr>
        <p:spPr>
          <a:xfrm>
            <a:off x="11087100" y="4857750"/>
            <a:ext cx="4386262" cy="3384550"/>
          </a:xfrm>
          <a:prstGeom prst="rect">
            <a:avLst/>
          </a:prstGeom>
          <a:solidFill>
            <a:srgbClr val="E7E6E6"/>
          </a:solidFill>
          <a:effectLst>
            <a:outerShdw blurRad="215900" dist="114300" dir="2700000" algn="tl" rotWithShape="0">
              <a:prstClr val="black">
                <a:alpha val="76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2123</TotalTime>
  <Words>245</Words>
  <Application>Microsoft Office PowerPoint</Application>
  <PresentationFormat>Personalizados</PresentationFormat>
  <Paragraphs>27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260</cp:revision>
  <dcterms:created xsi:type="dcterms:W3CDTF">2024-07-05T13:08:06Z</dcterms:created>
  <dcterms:modified xsi:type="dcterms:W3CDTF">2026-09-04T02:05:46Z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