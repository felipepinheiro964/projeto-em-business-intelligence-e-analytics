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handoutMasterIdLst>
    <p:handoutMasterId r:id="rId9"/>
  </p:handoutMasterIdLst>
  <p:sldIdLst>
    <p:sldId id="288" r:id="rId5"/>
    <p:sldId id="303" r:id="rId6"/>
    <p:sldId id="302" r:id="rId7"/>
    <p:sldId id="300" r:id="rId8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46D2"/>
    <a:srgbClr val="646491"/>
    <a:srgbClr val="192350"/>
    <a:srgbClr val="56579B"/>
    <a:srgbClr val="EEEEFC"/>
    <a:srgbClr val="19266B"/>
    <a:srgbClr val="393683"/>
    <a:srgbClr val="000000"/>
    <a:srgbClr val="344C90"/>
    <a:srgbClr val="2E42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-204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1858736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291672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5AA023C6-56D6-F152-8B49-4085D087A29F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FE5BDC7B-EF69-B6F8-0C32-8ED6164BA7FB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98FCB85E-93B7-1FC3-3C47-C54599E4A6F4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2114</TotalTime>
  <Words>144</Words>
  <Application>Microsoft Office PowerPoint</Application>
  <PresentationFormat>Personalizados</PresentationFormat>
  <Paragraphs>12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258</cp:revision>
  <dcterms:created xsi:type="dcterms:W3CDTF">2024-07-05T13:08:06Z</dcterms:created>
  <dcterms:modified xsi:type="dcterms:W3CDTF">2026-09-04T01:56:28Z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