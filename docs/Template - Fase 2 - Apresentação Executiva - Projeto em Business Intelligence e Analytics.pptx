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66" d="100"/>
          <a:sy n="66" d="100"/>
        </p:scale>
        <p:origin x="-822" y="3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04/09/2026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2" y="4425158"/>
            <a:ext cx="7506971" cy="4233939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Algum texto vai vir aqui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2331</TotalTime>
  <Words>202</Words>
  <Application>Microsoft Office PowerPoint</Application>
  <PresentationFormat>Personalizados</PresentationFormat>
  <Paragraphs>21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264</cp:revision>
  <dcterms:created xsi:type="dcterms:W3CDTF">2024-07-05T13:08:06Z</dcterms:created>
  <dcterms:modified xsi:type="dcterms:W3CDTF">2026-09-05T01:43:43Z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