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4"/>
  </p:sldMasterIdLst>
  <p:notesMasterIdLst>
    <p:notesMasterId r:id="rId10"/>
  </p:notesMasterIdLst>
  <p:handoutMasterIdLst>
    <p:handoutMasterId r:id="rId11"/>
  </p:handoutMasterIdLst>
  <p:sldIdLst>
    <p:sldId id="288" r:id="rId5"/>
    <p:sldId id="303" r:id="rId6"/>
    <p:sldId id="302" r:id="rId7"/>
    <p:sldId id="304" r:id="rId8"/>
    <p:sldId id="300" r:id="rId9"/>
  </p:sldIdLst>
  <p:sldSz cx="16402050" cy="960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B409441-E25A-462F-9A2D-B5D2AB63FBF8}">
          <p14:sldIdLst>
            <p14:sldId id="288"/>
            <p14:sldId id="303"/>
            <p14:sldId id="302"/>
            <p14:sldId id="304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6E6"/>
    <a:srgbClr val="DCD7D2"/>
    <a:srgbClr val="8246D2"/>
    <a:srgbClr val="646491"/>
    <a:srgbClr val="192350"/>
    <a:srgbClr val="56579B"/>
    <a:srgbClr val="EEEEFC"/>
    <a:srgbClr val="19266B"/>
    <a:srgbClr val="393683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98" autoAdjust="0"/>
    <p:restoredTop sz="94667" autoAdjust="0"/>
  </p:normalViewPr>
  <p:slideViewPr>
    <p:cSldViewPr snapToGrid="0">
      <p:cViewPr varScale="1">
        <p:scale>
          <a:sx n="49" d="100"/>
          <a:sy n="49" d="100"/>
        </p:scale>
        <p:origin x="42" y="91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108" y="52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a Boletti Duraes Souto" userId="78f52f2a-2d51-4833-a638-c8c75f30638a" providerId="ADAL" clId="{03D0FF63-8FEF-49B8-A9DA-C9A2B3956324}"/>
    <pc:docChg chg="undo modMainMaster">
      <pc:chgData name="Rafaela Boletti Duraes Souto" userId="78f52f2a-2d51-4833-a638-c8c75f30638a" providerId="ADAL" clId="{03D0FF63-8FEF-49B8-A9DA-C9A2B3956324}" dt="2025-05-08T12:30:49.267" v="133" actId="12788"/>
      <pc:docMkLst>
        <pc:docMk/>
      </pc:docMkLst>
      <pc:sldMasterChg chg="modSldLayout">
        <pc:chgData name="Rafaela Boletti Duraes Souto" userId="78f52f2a-2d51-4833-a638-c8c75f30638a" providerId="ADAL" clId="{03D0FF63-8FEF-49B8-A9DA-C9A2B3956324}" dt="2025-05-08T12:30:49.267" v="133" actId="12788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03D0FF63-8FEF-49B8-A9DA-C9A2B3956324}" dt="2025-05-08T12:30:49.267" v="133" actId="12788"/>
          <pc:sldLayoutMkLst>
            <pc:docMk/>
            <pc:sldMasterMk cId="1747979782" sldId="2147483665"/>
            <pc:sldLayoutMk cId="959556121" sldId="2147483707"/>
          </pc:sldLayoutMkLst>
          <pc:spChg chg="add del mod">
            <ac:chgData name="Rafaela Boletti Duraes Souto" userId="78f52f2a-2d51-4833-a638-c8c75f30638a" providerId="ADAL" clId="{03D0FF63-8FEF-49B8-A9DA-C9A2B3956324}" dt="2025-05-08T12:30:49.267" v="133" actId="12788"/>
            <ac:spMkLst>
              <pc:docMk/>
              <pc:sldMasterMk cId="1747979782" sldId="2147483665"/>
              <pc:sldLayoutMk cId="959556121" sldId="2147483707"/>
              <ac:spMk id="14" creationId="{4B73456F-61AF-4547-97EF-7A33FBA993AC}"/>
            </ac:spMkLst>
          </pc:spChg>
        </pc:sldLayoutChg>
      </pc:sldMasterChg>
    </pc:docChg>
  </pc:docChgLst>
  <pc:docChgLst>
    <pc:chgData name="Rafaela Boletti Duraes Souto" userId="78f52f2a-2d51-4833-a638-c8c75f30638a" providerId="ADAL" clId="{3072E378-0BC3-46EF-92A3-96EEAF7BEDB3}"/>
    <pc:docChg chg="undo custSel modMainMaster">
      <pc:chgData name="Rafaela Boletti Duraes Souto" userId="78f52f2a-2d51-4833-a638-c8c75f30638a" providerId="ADAL" clId="{3072E378-0BC3-46EF-92A3-96EEAF7BEDB3}" dt="2025-03-31T19:38:58.148" v="167" actId="1035"/>
      <pc:docMkLst>
        <pc:docMk/>
      </pc:docMkLst>
      <pc:sldMasterChg chg="modSldLayout">
        <pc:chgData name="Rafaela Boletti Duraes Souto" userId="78f52f2a-2d51-4833-a638-c8c75f30638a" providerId="ADAL" clId="{3072E378-0BC3-46EF-92A3-96EEAF7BEDB3}" dt="2025-03-31T19:38:58.148" v="167" actId="1035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3072E378-0BC3-46EF-92A3-96EEAF7BEDB3}" dt="2025-03-31T19:37:52.174" v="141" actId="1076"/>
          <pc:sldLayoutMkLst>
            <pc:docMk/>
            <pc:sldMasterMk cId="1747979782" sldId="2147483665"/>
            <pc:sldLayoutMk cId="1417832495" sldId="2147483696"/>
          </pc:sldLayoutMkLst>
          <pc:spChg chg="mod">
            <ac:chgData name="Rafaela Boletti Duraes Souto" userId="78f52f2a-2d51-4833-a638-c8c75f30638a" providerId="ADAL" clId="{3072E378-0BC3-46EF-92A3-96EEAF7BEDB3}" dt="2025-03-31T19:37:52.174" v="141" actId="1076"/>
            <ac:spMkLst>
              <pc:docMk/>
              <pc:sldMasterMk cId="1747979782" sldId="2147483665"/>
              <pc:sldLayoutMk cId="1417832495" sldId="2147483696"/>
              <ac:spMk id="9" creationId="{FA034C09-59DD-4564-9C6E-8F60F069EB37}"/>
            </ac:spMkLst>
          </pc:spChg>
          <pc:spChg chg="add ord">
            <ac:chgData name="Rafaela Boletti Duraes Souto" userId="78f52f2a-2d51-4833-a638-c8c75f30638a" providerId="ADAL" clId="{3072E378-0BC3-46EF-92A3-96EEAF7BEDB3}" dt="2025-03-31T19:22:26.178" v="14" actId="167"/>
            <ac:spMkLst>
              <pc:docMk/>
              <pc:sldMasterMk cId="1747979782" sldId="2147483665"/>
              <pc:sldLayoutMk cId="1417832495" sldId="2147483696"/>
              <ac:spMk id="13" creationId="{5E837148-19BD-4164-965C-6A241D06D853}"/>
            </ac:spMkLst>
          </pc:spChg>
          <pc:spChg chg="add mod">
            <ac:chgData name="Rafaela Boletti Duraes Souto" userId="78f52f2a-2d51-4833-a638-c8c75f30638a" providerId="ADAL" clId="{3072E378-0BC3-46EF-92A3-96EEAF7BEDB3}" dt="2025-03-31T19:29:02.544" v="22" actId="207"/>
            <ac:spMkLst>
              <pc:docMk/>
              <pc:sldMasterMk cId="1747979782" sldId="2147483665"/>
              <pc:sldLayoutMk cId="1417832495" sldId="2147483696"/>
              <ac:spMk id="17" creationId="{973AD855-C71D-41C0-8F1D-FEFA9D3A9581}"/>
            </ac:spMkLst>
          </pc:spChg>
          <pc:spChg chg="add del mod">
            <ac:chgData name="Rafaela Boletti Duraes Souto" userId="78f52f2a-2d51-4833-a638-c8c75f30638a" providerId="ADAL" clId="{3072E378-0BC3-46EF-92A3-96EEAF7BEDB3}" dt="2025-03-31T19:29:04.448" v="23" actId="478"/>
            <ac:spMkLst>
              <pc:docMk/>
              <pc:sldMasterMk cId="1747979782" sldId="2147483665"/>
              <pc:sldLayoutMk cId="1417832495" sldId="2147483696"/>
              <ac:spMk id="18" creationId="{F0B19AFE-B6F1-4483-960C-15E5E88B392A}"/>
            </ac:spMkLst>
          </pc:spChg>
          <pc:spChg chg="add">
            <ac:chgData name="Rafaela Boletti Duraes Souto" userId="78f52f2a-2d51-4833-a638-c8c75f30638a" providerId="ADAL" clId="{3072E378-0BC3-46EF-92A3-96EEAF7BEDB3}" dt="2025-03-31T19:37:48.562" v="140"/>
            <ac:spMkLst>
              <pc:docMk/>
              <pc:sldMasterMk cId="1747979782" sldId="2147483665"/>
              <pc:sldLayoutMk cId="1417832495" sldId="2147483696"/>
              <ac:spMk id="19" creationId="{1353A036-17D9-4E9E-9704-A08842166D53}"/>
            </ac:spMkLst>
          </pc:spChg>
          <pc:spChg chg="del">
            <ac:chgData name="Rafaela Boletti Duraes Souto" userId="78f52f2a-2d51-4833-a638-c8c75f30638a" providerId="ADAL" clId="{3072E378-0BC3-46EF-92A3-96EEAF7BEDB3}" dt="2025-03-31T19:28:43.308" v="19" actId="478"/>
            <ac:spMkLst>
              <pc:docMk/>
              <pc:sldMasterMk cId="1747979782" sldId="2147483665"/>
              <pc:sldLayoutMk cId="1417832495" sldId="2147483696"/>
              <ac:spMk id="20" creationId="{116CAF9D-886C-40BC-A8C2-77F02A323D85}"/>
            </ac:spMkLst>
          </pc:spChg>
          <pc:grpChg chg="del">
            <ac:chgData name="Rafaela Boletti Duraes Souto" userId="78f52f2a-2d51-4833-a638-c8c75f30638a" providerId="ADAL" clId="{3072E378-0BC3-46EF-92A3-96EEAF7BEDB3}" dt="2025-03-31T19:37:48.168" v="139" actId="478"/>
            <ac:grpSpMkLst>
              <pc:docMk/>
              <pc:sldMasterMk cId="1747979782" sldId="2147483665"/>
              <pc:sldLayoutMk cId="1417832495" sldId="2147483696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28:28.897" v="16" actId="478"/>
            <ac:grpSpMkLst>
              <pc:docMk/>
              <pc:sldMasterMk cId="1747979782" sldId="2147483665"/>
              <pc:sldLayoutMk cId="1417832495" sldId="2147483696"/>
              <ac:grpSpMk id="14" creationId="{B70FB7A2-C821-4005-9581-A434F16907DD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48.562" v="140"/>
            <ac:picMkLst>
              <pc:docMk/>
              <pc:sldMasterMk cId="1747979782" sldId="2147483665"/>
              <pc:sldLayoutMk cId="1417832495" sldId="2147483696"/>
              <ac:picMk id="21" creationId="{BB788BAF-7DDB-4210-A352-F3FA18110B7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1.289" v="148" actId="1036"/>
          <pc:sldLayoutMkLst>
            <pc:docMk/>
            <pc:sldMasterMk cId="1747979782" sldId="2147483665"/>
            <pc:sldLayoutMk cId="3455226965" sldId="2147483703"/>
          </pc:sldLayoutMkLst>
          <pc:spChg chg="del">
            <ac:chgData name="Rafaela Boletti Duraes Souto" userId="78f52f2a-2d51-4833-a638-c8c75f30638a" providerId="ADAL" clId="{3072E378-0BC3-46EF-92A3-96EEAF7BEDB3}" dt="2025-03-31T19:33:12.212" v="73" actId="478"/>
            <ac:spMkLst>
              <pc:docMk/>
              <pc:sldMasterMk cId="1747979782" sldId="2147483665"/>
              <pc:sldLayoutMk cId="3455226965" sldId="2147483703"/>
              <ac:spMk id="10" creationId="{BB5C9B73-6D52-4F37-94E6-944F3BB56E05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1" creationId="{85AC51AE-23D2-45C2-A6C4-33D754A70E7D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2" creationId="{98C28BEA-010B-40D0-87FA-AA14F0BD4605}"/>
            </ac:spMkLst>
          </pc:spChg>
          <pc:spChg chg="add">
            <ac:chgData name="Rafaela Boletti Duraes Souto" userId="78f52f2a-2d51-4833-a638-c8c75f30638a" providerId="ADAL" clId="{3072E378-0BC3-46EF-92A3-96EEAF7BEDB3}" dt="2025-03-31T19:37:37.568" v="138"/>
            <ac:spMkLst>
              <pc:docMk/>
              <pc:sldMasterMk cId="1747979782" sldId="2147483665"/>
              <pc:sldLayoutMk cId="3455226965" sldId="2147483703"/>
              <ac:spMk id="13" creationId="{3217B83B-D21F-4662-BB75-5413B2BF7977}"/>
            </ac:spMkLst>
          </pc:spChg>
          <pc:spChg chg="mod">
            <ac:chgData name="Rafaela Boletti Duraes Souto" userId="78f52f2a-2d51-4833-a638-c8c75f30638a" providerId="ADAL" clId="{3072E378-0BC3-46EF-92A3-96EEAF7BEDB3}" dt="2025-03-31T19:38:01.289" v="148" actId="1036"/>
            <ac:spMkLst>
              <pc:docMk/>
              <pc:sldMasterMk cId="1747979782" sldId="2147483665"/>
              <pc:sldLayoutMk cId="3455226965" sldId="2147483703"/>
              <ac:spMk id="18" creationId="{97B09D44-09F1-42EB-9D42-609A3774D191}"/>
            </ac:spMkLst>
          </pc:spChg>
          <pc:grpChg chg="del">
            <ac:chgData name="Rafaela Boletti Duraes Souto" userId="78f52f2a-2d51-4833-a638-c8c75f30638a" providerId="ADAL" clId="{3072E378-0BC3-46EF-92A3-96EEAF7BEDB3}" dt="2025-03-31T19:37:37.268" v="137" actId="478"/>
            <ac:grpSpMkLst>
              <pc:docMk/>
              <pc:sldMasterMk cId="1747979782" sldId="2147483665"/>
              <pc:sldLayoutMk cId="3455226965" sldId="2147483703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33:12.212" v="73" actId="478"/>
            <ac:grpSpMkLst>
              <pc:docMk/>
              <pc:sldMasterMk cId="1747979782" sldId="2147483665"/>
              <pc:sldLayoutMk cId="3455226965" sldId="2147483703"/>
              <ac:grpSpMk id="23" creationId="{D9D9683D-F94C-48E5-9F09-2F6C1BAB97EA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37.568" v="138"/>
            <ac:picMkLst>
              <pc:docMk/>
              <pc:sldMasterMk cId="1747979782" sldId="2147483665"/>
              <pc:sldLayoutMk cId="3455226965" sldId="2147483703"/>
              <ac:picMk id="14" creationId="{4354F9AB-FA02-40BC-94B0-478F68FD159A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26.636" v="154"/>
          <pc:sldLayoutMkLst>
            <pc:docMk/>
            <pc:sldMasterMk cId="1747979782" sldId="2147483665"/>
            <pc:sldLayoutMk cId="1258947625" sldId="2147483705"/>
          </pc:sldLayoutMkLst>
          <pc:spChg chg="mod">
            <ac:chgData name="Rafaela Boletti Duraes Souto" userId="78f52f2a-2d51-4833-a638-c8c75f30638a" providerId="ADAL" clId="{3072E378-0BC3-46EF-92A3-96EEAF7BEDB3}" dt="2025-03-31T19:33:32.066" v="79" actId="207"/>
            <ac:spMkLst>
              <pc:docMk/>
              <pc:sldMasterMk cId="1747979782" sldId="2147483665"/>
              <pc:sldLayoutMk cId="1258947625" sldId="2147483705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0:11.655" v="37" actId="478"/>
            <ac:spMkLst>
              <pc:docMk/>
              <pc:sldMasterMk cId="1747979782" sldId="2147483665"/>
              <pc:sldLayoutMk cId="1258947625" sldId="2147483705"/>
              <ac:spMk id="13" creationId="{CE157B05-BE37-42FC-9921-5734532276FD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7" creationId="{660A6460-B176-49E9-83E6-4236135CEBE4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8" creationId="{CCDF1FBA-ED05-4FB0-AB4F-E01F2CBA5534}"/>
            </ac:spMkLst>
          </pc:spChg>
          <pc:spChg chg="add">
            <ac:chgData name="Rafaela Boletti Duraes Souto" userId="78f52f2a-2d51-4833-a638-c8c75f30638a" providerId="ADAL" clId="{3072E378-0BC3-46EF-92A3-96EEAF7BEDB3}" dt="2025-03-31T19:38:26.636" v="154"/>
            <ac:spMkLst>
              <pc:docMk/>
              <pc:sldMasterMk cId="1747979782" sldId="2147483665"/>
              <pc:sldLayoutMk cId="1258947625" sldId="2147483705"/>
              <ac:spMk id="19" creationId="{5594E56C-E820-46B8-ACC1-F2BF69928467}"/>
            </ac:spMkLst>
          </pc:spChg>
          <pc:grpChg chg="del">
            <ac:chgData name="Rafaela Boletti Duraes Souto" userId="78f52f2a-2d51-4833-a638-c8c75f30638a" providerId="ADAL" clId="{3072E378-0BC3-46EF-92A3-96EEAF7BEDB3}" dt="2025-03-31T19:38:23.029" v="153" actId="478"/>
            <ac:grpSpMkLst>
              <pc:docMk/>
              <pc:sldMasterMk cId="1747979782" sldId="2147483665"/>
              <pc:sldLayoutMk cId="1258947625" sldId="2147483705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0:11.655" v="37" actId="478"/>
            <ac:grpSpMkLst>
              <pc:docMk/>
              <pc:sldMasterMk cId="1747979782" sldId="2147483665"/>
              <pc:sldLayoutMk cId="1258947625" sldId="2147483705"/>
              <ac:grpSpMk id="14" creationId="{334B37F2-BC37-40E8-A4B0-6336FA1DF1AD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26.636" v="154"/>
            <ac:picMkLst>
              <pc:docMk/>
              <pc:sldMasterMk cId="1747979782" sldId="2147483665"/>
              <pc:sldLayoutMk cId="1258947625" sldId="2147483705"/>
              <ac:picMk id="20" creationId="{D806F0BB-2733-4143-A878-068CBB914D8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6.233" v="150" actId="1035"/>
          <pc:sldLayoutMkLst>
            <pc:docMk/>
            <pc:sldMasterMk cId="1747979782" sldId="2147483665"/>
            <pc:sldLayoutMk cId="55212957" sldId="2147483707"/>
          </pc:sldLayoutMkLst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1" creationId="{31365953-D351-44C7-9765-C07CF36B6C52}"/>
            </ac:spMkLst>
          </pc:spChg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2" creationId="{3BD0C867-911A-48B1-AFB1-AB125D368928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19" creationId="{ADA911F7-F870-4379-9B09-DFDDF9DDD2F1}"/>
            </ac:spMkLst>
          </pc:spChg>
          <pc:spChg chg="mod topLvl">
            <ac:chgData name="Rafaela Boletti Duraes Souto" userId="78f52f2a-2d51-4833-a638-c8c75f30638a" providerId="ADAL" clId="{3072E378-0BC3-46EF-92A3-96EEAF7BEDB3}" dt="2025-03-31T19:36:31.216" v="114" actId="1036"/>
            <ac:spMkLst>
              <pc:docMk/>
              <pc:sldMasterMk cId="1747979782" sldId="2147483665"/>
              <pc:sldLayoutMk cId="55212957" sldId="2147483707"/>
              <ac:spMk id="21" creationId="{F7C4A3BC-A435-421D-8A82-37891A0FDD53}"/>
            </ac:spMkLst>
          </pc:spChg>
          <pc:spChg chg="del">
            <ac:chgData name="Rafaela Boletti Duraes Souto" userId="78f52f2a-2d51-4833-a638-c8c75f30638a" providerId="ADAL" clId="{3072E378-0BC3-46EF-92A3-96EEAF7BEDB3}" dt="2025-03-31T19:29:30.011" v="24" actId="478"/>
            <ac:spMkLst>
              <pc:docMk/>
              <pc:sldMasterMk cId="1747979782" sldId="2147483665"/>
              <pc:sldLayoutMk cId="55212957" sldId="2147483707"/>
              <ac:spMk id="24" creationId="{7B775188-12AA-429D-9869-77BE4B33066C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26" creationId="{D8183263-5E3B-494C-88C6-7C3034B4D6A1}"/>
            </ac:spMkLst>
          </pc:spChg>
          <pc:grpChg chg="del">
            <ac:chgData name="Rafaela Boletti Duraes Souto" userId="78f52f2a-2d51-4833-a638-c8c75f30638a" providerId="ADAL" clId="{3072E378-0BC3-46EF-92A3-96EEAF7BEDB3}" dt="2025-03-31T19:35:14.543" v="84" actId="165"/>
            <ac:grpSpMkLst>
              <pc:docMk/>
              <pc:sldMasterMk cId="1747979782" sldId="2147483665"/>
              <pc:sldLayoutMk cId="55212957" sldId="2147483707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29:30.011" v="24" actId="478"/>
            <ac:grpSpMkLst>
              <pc:docMk/>
              <pc:sldMasterMk cId="1747979782" sldId="2147483665"/>
              <pc:sldLayoutMk cId="55212957" sldId="2147483707"/>
              <ac:grpSpMk id="29" creationId="{8DFAB7D6-E7E6-46F4-BBEC-65BE09B78587}"/>
            </ac:grpSpMkLst>
          </pc:grpChg>
          <pc:picChg chg="mod topLvl">
            <ac:chgData name="Rafaela Boletti Duraes Souto" userId="78f52f2a-2d51-4833-a638-c8c75f30638a" providerId="ADAL" clId="{3072E378-0BC3-46EF-92A3-96EEAF7BEDB3}" dt="2025-03-31T19:37:22.911" v="126" actId="1035"/>
            <ac:picMkLst>
              <pc:docMk/>
              <pc:sldMasterMk cId="1747979782" sldId="2147483665"/>
              <pc:sldLayoutMk cId="55212957" sldId="2147483707"/>
              <ac:picMk id="22" creationId="{1263C67A-E251-4E63-AFFC-72D246AACF3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9.304" v="152"/>
          <pc:sldLayoutMkLst>
            <pc:docMk/>
            <pc:sldMasterMk cId="1747979782" sldId="2147483665"/>
            <pc:sldLayoutMk cId="146151045" sldId="2147483709"/>
          </pc:sldLayoutMkLst>
          <pc:spChg chg="del">
            <ac:chgData name="Rafaela Boletti Duraes Souto" userId="78f52f2a-2d51-4833-a638-c8c75f30638a" providerId="ADAL" clId="{3072E378-0BC3-46EF-92A3-96EEAF7BEDB3}" dt="2025-03-31T19:29:58.817" v="33" actId="478"/>
            <ac:spMkLst>
              <pc:docMk/>
              <pc:sldMasterMk cId="1747979782" sldId="2147483665"/>
              <pc:sldLayoutMk cId="146151045" sldId="2147483709"/>
              <ac:spMk id="10" creationId="{A8169CCE-70A8-4A55-9703-5ADCA9EF0ABA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2" creationId="{CB8B345F-DD73-4E9E-AD18-F0BDD895895F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3" creationId="{AAA7EAE7-3CCE-4E3C-A01D-090F2B99EE33}"/>
            </ac:spMkLst>
          </pc:spChg>
          <pc:spChg chg="add">
            <ac:chgData name="Rafaela Boletti Duraes Souto" userId="78f52f2a-2d51-4833-a638-c8c75f30638a" providerId="ADAL" clId="{3072E378-0BC3-46EF-92A3-96EEAF7BEDB3}" dt="2025-03-31T19:38:09.304" v="152"/>
            <ac:spMkLst>
              <pc:docMk/>
              <pc:sldMasterMk cId="1747979782" sldId="2147483665"/>
              <pc:sldLayoutMk cId="146151045" sldId="2147483709"/>
              <ac:spMk id="14" creationId="{A33EAE45-2991-47EF-ACAB-FE2855CD4F3A}"/>
            </ac:spMkLst>
          </pc:spChg>
          <pc:spChg chg="mod">
            <ac:chgData name="Rafaela Boletti Duraes Souto" userId="78f52f2a-2d51-4833-a638-c8c75f30638a" providerId="ADAL" clId="{3072E378-0BC3-46EF-92A3-96EEAF7BEDB3}" dt="2025-03-31T19:33:27.724" v="78" actId="20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29:58.817" v="33" actId="478"/>
            <ac:grpSpMkLst>
              <pc:docMk/>
              <pc:sldMasterMk cId="1747979782" sldId="2147483665"/>
              <pc:sldLayoutMk cId="146151045" sldId="2147483709"/>
              <ac:grpSpMk id="11" creationId="{BAFB1205-4E7F-4CC4-A3D8-AC7ADAF5F7B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08.487" v="151" actId="478"/>
            <ac:grpSpMkLst>
              <pc:docMk/>
              <pc:sldMasterMk cId="1747979782" sldId="2147483665"/>
              <pc:sldLayoutMk cId="146151045" sldId="2147483709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09.304" v="152"/>
            <ac:picMkLst>
              <pc:docMk/>
              <pc:sldMasterMk cId="1747979782" sldId="2147483665"/>
              <pc:sldLayoutMk cId="146151045" sldId="2147483709"/>
              <ac:picMk id="15" creationId="{1C62AF46-3078-4248-B00F-CBF1C6498C2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37.790" v="158" actId="1036"/>
          <pc:sldLayoutMkLst>
            <pc:docMk/>
            <pc:sldMasterMk cId="1747979782" sldId="2147483665"/>
            <pc:sldLayoutMk cId="1297693704" sldId="2147483712"/>
          </pc:sldLayoutMkLst>
          <pc:spChg chg="mod">
            <ac:chgData name="Rafaela Boletti Duraes Souto" userId="78f52f2a-2d51-4833-a638-c8c75f30638a" providerId="ADAL" clId="{3072E378-0BC3-46EF-92A3-96EEAF7BEDB3}" dt="2025-03-31T19:38:37.790" v="158" actId="1036"/>
            <ac:spMkLst>
              <pc:docMk/>
              <pc:sldMasterMk cId="1747979782" sldId="2147483665"/>
              <pc:sldLayoutMk cId="1297693704" sldId="2147483712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1:35.961" v="67" actId="478"/>
            <ac:spMkLst>
              <pc:docMk/>
              <pc:sldMasterMk cId="1747979782" sldId="2147483665"/>
              <pc:sldLayoutMk cId="1297693704" sldId="2147483712"/>
              <ac:spMk id="13" creationId="{E20FAD81-35E1-48C8-9B46-11AF26DF2396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7" creationId="{586B8C82-BA24-43ED-B881-D6B28CBE9AD5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8" creationId="{6FDE99D1-FAD1-4848-84A2-DBF5A7412528}"/>
            </ac:spMkLst>
          </pc:spChg>
          <pc:spChg chg="add">
            <ac:chgData name="Rafaela Boletti Duraes Souto" userId="78f52f2a-2d51-4833-a638-c8c75f30638a" providerId="ADAL" clId="{3072E378-0BC3-46EF-92A3-96EEAF7BEDB3}" dt="2025-03-31T19:38:33.151" v="156"/>
            <ac:spMkLst>
              <pc:docMk/>
              <pc:sldMasterMk cId="1747979782" sldId="2147483665"/>
              <pc:sldLayoutMk cId="1297693704" sldId="2147483712"/>
              <ac:spMk id="19" creationId="{86405306-4DCF-48DF-8A09-F75E67FE213E}"/>
            </ac:spMkLst>
          </pc:spChg>
          <pc:grpChg chg="del">
            <ac:chgData name="Rafaela Boletti Duraes Souto" userId="78f52f2a-2d51-4833-a638-c8c75f30638a" providerId="ADAL" clId="{3072E378-0BC3-46EF-92A3-96EEAF7BEDB3}" dt="2025-03-31T19:38:32.234" v="155" actId="478"/>
            <ac:grpSpMkLst>
              <pc:docMk/>
              <pc:sldMasterMk cId="1747979782" sldId="2147483665"/>
              <pc:sldLayoutMk cId="1297693704" sldId="2147483712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1:35.961" v="67" actId="478"/>
            <ac:grpSpMkLst>
              <pc:docMk/>
              <pc:sldMasterMk cId="1747979782" sldId="2147483665"/>
              <pc:sldLayoutMk cId="1297693704" sldId="2147483712"/>
              <ac:grpSpMk id="14" creationId="{181AE9B7-E269-4192-B859-3126C08691AB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33.151" v="156"/>
            <ac:picMkLst>
              <pc:docMk/>
              <pc:sldMasterMk cId="1747979782" sldId="2147483665"/>
              <pc:sldLayoutMk cId="1297693704" sldId="2147483712"/>
              <ac:picMk id="20" creationId="{0421E441-036C-41E4-A3E6-3214E17B2DA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45.389" v="162" actId="1036"/>
          <pc:sldLayoutMkLst>
            <pc:docMk/>
            <pc:sldMasterMk cId="1747979782" sldId="2147483665"/>
            <pc:sldLayoutMk cId="624351883" sldId="2147483717"/>
          </pc:sldLayoutMkLst>
          <pc:spChg chg="del">
            <ac:chgData name="Rafaela Boletti Duraes Souto" userId="78f52f2a-2d51-4833-a638-c8c75f30638a" providerId="ADAL" clId="{3072E378-0BC3-46EF-92A3-96EEAF7BEDB3}" dt="2025-03-31T19:30:22.246" v="41" actId="478"/>
            <ac:spMkLst>
              <pc:docMk/>
              <pc:sldMasterMk cId="1747979782" sldId="2147483665"/>
              <pc:sldLayoutMk cId="624351883" sldId="2147483717"/>
              <ac:spMk id="10" creationId="{0C380D5A-024A-40AB-82C9-3891C85E4301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2" creationId="{359C996F-A9FF-46AF-912B-E9F9F88973D2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3" creationId="{2B61BDD0-D1CD-43CD-B797-17F13A04B17E}"/>
            </ac:spMkLst>
          </pc:spChg>
          <pc:spChg chg="add">
            <ac:chgData name="Rafaela Boletti Duraes Souto" userId="78f52f2a-2d51-4833-a638-c8c75f30638a" providerId="ADAL" clId="{3072E378-0BC3-46EF-92A3-96EEAF7BEDB3}" dt="2025-03-31T19:38:41.983" v="160"/>
            <ac:spMkLst>
              <pc:docMk/>
              <pc:sldMasterMk cId="1747979782" sldId="2147483665"/>
              <pc:sldLayoutMk cId="624351883" sldId="2147483717"/>
              <ac:spMk id="14" creationId="{2EE99BE3-8DF3-4BFB-8A05-51FEC2EF2134}"/>
            </ac:spMkLst>
          </pc:spChg>
          <pc:spChg chg="mod">
            <ac:chgData name="Rafaela Boletti Duraes Souto" userId="78f52f2a-2d51-4833-a638-c8c75f30638a" providerId="ADAL" clId="{3072E378-0BC3-46EF-92A3-96EEAF7BEDB3}" dt="2025-03-31T19:38:45.389" v="162" actId="1036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22.246" v="41" actId="478"/>
            <ac:grpSpMkLst>
              <pc:docMk/>
              <pc:sldMasterMk cId="1747979782" sldId="2147483665"/>
              <pc:sldLayoutMk cId="624351883" sldId="2147483717"/>
              <ac:grpSpMk id="11" creationId="{9237D9B4-B9B7-4365-BF7E-0B8D69DBC5A8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41.134" v="159" actId="478"/>
            <ac:grpSpMkLst>
              <pc:docMk/>
              <pc:sldMasterMk cId="1747979782" sldId="2147483665"/>
              <pc:sldLayoutMk cId="624351883" sldId="2147483717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41.983" v="160"/>
            <ac:picMkLst>
              <pc:docMk/>
              <pc:sldMasterMk cId="1747979782" sldId="2147483665"/>
              <pc:sldLayoutMk cId="624351883" sldId="2147483717"/>
              <ac:picMk id="15" creationId="{E712451E-8E40-432D-87B5-6250EDB8896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1.618" v="164"/>
          <pc:sldLayoutMkLst>
            <pc:docMk/>
            <pc:sldMasterMk cId="1747979782" sldId="2147483665"/>
            <pc:sldLayoutMk cId="3489669611" sldId="2147483720"/>
          </pc:sldLayoutMkLst>
          <pc:spChg chg="del">
            <ac:chgData name="Rafaela Boletti Duraes Souto" userId="78f52f2a-2d51-4833-a638-c8c75f30638a" providerId="ADAL" clId="{3072E378-0BC3-46EF-92A3-96EEAF7BEDB3}" dt="2025-03-31T19:30:34.531" v="49" actId="478"/>
            <ac:spMkLst>
              <pc:docMk/>
              <pc:sldMasterMk cId="1747979782" sldId="2147483665"/>
              <pc:sldLayoutMk cId="3489669611" sldId="2147483720"/>
              <ac:spMk id="10" creationId="{70CF85F6-5897-4F2C-ACE3-C1D77CCDE1EB}"/>
            </ac:spMkLst>
          </pc:spChg>
          <pc:spChg chg="add mod ord">
            <ac:chgData name="Rafaela Boletti Duraes Souto" userId="78f52f2a-2d51-4833-a638-c8c75f30638a" providerId="ADAL" clId="{3072E378-0BC3-46EF-92A3-96EEAF7BEDB3}" dt="2025-03-31T19:30:40.479" v="53" actId="1076"/>
            <ac:spMkLst>
              <pc:docMk/>
              <pc:sldMasterMk cId="1747979782" sldId="2147483665"/>
              <pc:sldLayoutMk cId="3489669611" sldId="2147483720"/>
              <ac:spMk id="12" creationId="{C317ABBE-DB15-4149-813B-3ADD5448080E}"/>
            </ac:spMkLst>
          </pc:spChg>
          <pc:spChg chg="add ord">
            <ac:chgData name="Rafaela Boletti Duraes Souto" userId="78f52f2a-2d51-4833-a638-c8c75f30638a" providerId="ADAL" clId="{3072E378-0BC3-46EF-92A3-96EEAF7BEDB3}" dt="2025-03-31T19:30:37.151" v="51" actId="167"/>
            <ac:spMkLst>
              <pc:docMk/>
              <pc:sldMasterMk cId="1747979782" sldId="2147483665"/>
              <pc:sldLayoutMk cId="3489669611" sldId="2147483720"/>
              <ac:spMk id="13" creationId="{C45198F2-44DE-4961-A534-C46D8B0C74E3}"/>
            </ac:spMkLst>
          </pc:spChg>
          <pc:spChg chg="add">
            <ac:chgData name="Rafaela Boletti Duraes Souto" userId="78f52f2a-2d51-4833-a638-c8c75f30638a" providerId="ADAL" clId="{3072E378-0BC3-46EF-92A3-96EEAF7BEDB3}" dt="2025-03-31T19:38:51.618" v="164"/>
            <ac:spMkLst>
              <pc:docMk/>
              <pc:sldMasterMk cId="1747979782" sldId="2147483665"/>
              <pc:sldLayoutMk cId="3489669611" sldId="2147483720"/>
              <ac:spMk id="14" creationId="{0ABE0133-416C-47CF-B81B-B2CC98AD4EEB}"/>
            </ac:spMkLst>
          </pc:spChg>
          <pc:spChg chg="mod">
            <ac:chgData name="Rafaela Boletti Duraes Souto" userId="78f52f2a-2d51-4833-a638-c8c75f30638a" providerId="ADAL" clId="{3072E378-0BC3-46EF-92A3-96EEAF7BEDB3}" dt="2025-03-31T19:33:46.211" v="82" actId="207"/>
            <ac:spMkLst>
              <pc:docMk/>
              <pc:sldMasterMk cId="1747979782" sldId="2147483665"/>
              <pc:sldLayoutMk cId="3489669611" sldId="2147483720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34.531" v="49" actId="478"/>
            <ac:grpSpMkLst>
              <pc:docMk/>
              <pc:sldMasterMk cId="1747979782" sldId="2147483665"/>
              <pc:sldLayoutMk cId="3489669611" sldId="2147483720"/>
              <ac:grpSpMk id="11" creationId="{47791B01-4BA3-4668-99A7-74F000004E8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0.785" v="163" actId="478"/>
            <ac:grpSpMkLst>
              <pc:docMk/>
              <pc:sldMasterMk cId="1747979782" sldId="2147483665"/>
              <pc:sldLayoutMk cId="3489669611" sldId="2147483720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1.618" v="164"/>
            <ac:picMkLst>
              <pc:docMk/>
              <pc:sldMasterMk cId="1747979782" sldId="2147483665"/>
              <pc:sldLayoutMk cId="3489669611" sldId="2147483720"/>
              <ac:picMk id="15" creationId="{A4E1A8AE-6DB4-44EB-B1FD-99C8B7173577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8.148" v="167" actId="1035"/>
          <pc:sldLayoutMkLst>
            <pc:docMk/>
            <pc:sldMasterMk cId="1747979782" sldId="2147483665"/>
            <pc:sldLayoutMk cId="3225192626" sldId="2147483723"/>
          </pc:sldLayoutMkLst>
          <pc:spChg chg="del">
            <ac:chgData name="Rafaela Boletti Duraes Souto" userId="78f52f2a-2d51-4833-a638-c8c75f30638a" providerId="ADAL" clId="{3072E378-0BC3-46EF-92A3-96EEAF7BEDB3}" dt="2025-03-31T19:30:53.506" v="63" actId="478"/>
            <ac:spMkLst>
              <pc:docMk/>
              <pc:sldMasterMk cId="1747979782" sldId="2147483665"/>
              <pc:sldLayoutMk cId="3225192626" sldId="2147483723"/>
              <ac:spMk id="10" creationId="{9792DA56-F790-49D8-985D-505DF711861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2" creationId="{A516510E-9335-4067-A60E-F2456A55567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3" creationId="{DED44ED0-82C6-40AD-B891-FF21542191E5}"/>
            </ac:spMkLst>
          </pc:spChg>
          <pc:spChg chg="add">
            <ac:chgData name="Rafaela Boletti Duraes Souto" userId="78f52f2a-2d51-4833-a638-c8c75f30638a" providerId="ADAL" clId="{3072E378-0BC3-46EF-92A3-96EEAF7BEDB3}" dt="2025-03-31T19:38:56.180" v="166"/>
            <ac:spMkLst>
              <pc:docMk/>
              <pc:sldMasterMk cId="1747979782" sldId="2147483665"/>
              <pc:sldLayoutMk cId="3225192626" sldId="2147483723"/>
              <ac:spMk id="14" creationId="{08475F97-CB6A-407B-B049-799721993F6C}"/>
            </ac:spMkLst>
          </pc:spChg>
          <pc:spChg chg="mod">
            <ac:chgData name="Rafaela Boletti Duraes Souto" userId="78f52f2a-2d51-4833-a638-c8c75f30638a" providerId="ADAL" clId="{3072E378-0BC3-46EF-92A3-96EEAF7BEDB3}" dt="2025-03-31T19:38:58.148" v="167" actId="1035"/>
            <ac:spMkLst>
              <pc:docMk/>
              <pc:sldMasterMk cId="1747979782" sldId="2147483665"/>
              <pc:sldLayoutMk cId="3225192626" sldId="2147483723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53.506" v="63" actId="478"/>
            <ac:grpSpMkLst>
              <pc:docMk/>
              <pc:sldMasterMk cId="1747979782" sldId="2147483665"/>
              <pc:sldLayoutMk cId="3225192626" sldId="2147483723"/>
              <ac:grpSpMk id="11" creationId="{979F5B29-E1E5-462C-B976-4F0266C2E6DC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5.378" v="165" actId="478"/>
            <ac:grpSpMkLst>
              <pc:docMk/>
              <pc:sldMasterMk cId="1747979782" sldId="2147483665"/>
              <pc:sldLayoutMk cId="3225192626" sldId="2147483723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6.180" v="166"/>
            <ac:picMkLst>
              <pc:docMk/>
              <pc:sldMasterMk cId="1747979782" sldId="2147483665"/>
              <pc:sldLayoutMk cId="3225192626" sldId="2147483723"/>
              <ac:picMk id="15" creationId="{F1C10FAA-1757-40FC-92FB-09999E973892}"/>
            </ac:picMkLst>
          </pc:picChg>
        </pc:sldLayoutChg>
      </pc:sldMasterChg>
    </pc:docChg>
  </pc:docChgLst>
  <pc:docChgLst>
    <pc:chgData name="Rafaela Boletti Duraes Souto" userId="78f52f2a-2d51-4833-a638-c8c75f30638a" providerId="ADAL" clId="{7B60E563-4518-4CCE-974E-BC91E59A0147}"/>
    <pc:docChg chg="custSel modSld modMainMaster">
      <pc:chgData name="Rafaela Boletti Duraes Souto" userId="78f52f2a-2d51-4833-a638-c8c75f30638a" providerId="ADAL" clId="{7B60E563-4518-4CCE-974E-BC91E59A0147}" dt="2025-04-29T21:36:12.739" v="53"/>
      <pc:docMkLst>
        <pc:docMk/>
      </pc:docMkLst>
      <pc:sldChg chg="addSp delSp modSp modTransition">
        <pc:chgData name="Rafaela Boletti Duraes Souto" userId="78f52f2a-2d51-4833-a638-c8c75f30638a" providerId="ADAL" clId="{7B60E563-4518-4CCE-974E-BC91E59A0147}" dt="2025-04-29T21:04:24.898" v="11"/>
        <pc:sldMkLst>
          <pc:docMk/>
          <pc:sldMk cId="4066044570" sldId="302"/>
        </pc:sldMkLst>
        <pc:spChg chg="add del mod">
          <ac:chgData name="Rafaela Boletti Duraes Souto" userId="78f52f2a-2d51-4833-a638-c8c75f30638a" providerId="ADAL" clId="{7B60E563-4518-4CCE-974E-BC91E59A0147}" dt="2025-04-29T21:04:24.898" v="11"/>
          <ac:spMkLst>
            <pc:docMk/>
            <pc:sldMk cId="4066044570" sldId="302"/>
            <ac:spMk id="2" creationId="{9F231F41-DE0E-41DF-BB7D-7FA8E186AB3E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5" creationId="{092505F5-26C8-47F6-A403-BDC0170A7BD8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6" creationId="{A02D35F1-A64B-46CB-A5EC-ACDCB8E3C672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3.511" v="17"/>
        <pc:sldMkLst>
          <pc:docMk/>
          <pc:sldMk cId="2984868962" sldId="312"/>
        </pc:sldMkLst>
        <pc:spChg chg="add mod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2" creationId="{C8A98C7A-BAE4-4DD1-9E86-6025D146E1E0}"/>
          </ac:spMkLst>
        </pc:spChg>
        <pc:spChg chg="del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3" creationId="{83BC5E27-869E-4E52-8C23-1A88190FF1FD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5.493" v="18"/>
        <pc:sldMkLst>
          <pc:docMk/>
          <pc:sldMk cId="3721016461" sldId="313"/>
        </pc:sldMkLst>
        <pc:spChg chg="add mod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2" creationId="{EBB9E76C-9781-4241-9EA6-1A9699B5FA12}"/>
          </ac:spMkLst>
        </pc:spChg>
        <pc:spChg chg="del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3" creationId="{DB1C159C-7410-4EF7-972C-F88286D33B08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5:24.806" v="14"/>
        <pc:sldMkLst>
          <pc:docMk/>
          <pc:sldMk cId="1551092304" sldId="315"/>
        </pc:sldMkLst>
        <pc:spChg chg="del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2" creationId="{2B201FDC-EEFE-4123-AA7D-7D03AD1F36D4}"/>
          </ac:spMkLst>
        </pc:spChg>
        <pc:spChg chg="add mod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3" creationId="{95F7FFF7-0231-4EE2-80F2-F6CCED02B31A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36:12.739" v="53"/>
        <pc:sldMkLst>
          <pc:docMk/>
          <pc:sldMk cId="327908660" sldId="318"/>
        </pc:sldMkLst>
        <pc:spChg chg="del">
          <ac:chgData name="Rafaela Boletti Duraes Souto" userId="78f52f2a-2d51-4833-a638-c8c75f30638a" providerId="ADAL" clId="{7B60E563-4518-4CCE-974E-BC91E59A0147}" dt="2025-04-29T21:08:17.440" v="21"/>
          <ac:spMkLst>
            <pc:docMk/>
            <pc:sldMk cId="327908660" sldId="318"/>
            <ac:spMk id="2" creationId="{7E6B4A78-8D24-0B17-EFF1-5C8AF956FEE1}"/>
          </ac:spMkLst>
        </pc:spChg>
        <pc:spChg chg="add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2" creationId="{A46847EC-883E-4593-9D15-4DF2EAA68AE8}"/>
          </ac:spMkLst>
        </pc:spChg>
        <pc:spChg chg="add del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3" creationId="{24990043-50DA-4C7E-AC8F-3E08D31AC26E}"/>
          </ac:spMkLst>
        </pc:spChg>
      </pc:sldChg>
      <pc:sldMasterChg chg="modSldLayout">
        <pc:chgData name="Rafaela Boletti Duraes Souto" userId="78f52f2a-2d51-4833-a638-c8c75f30638a" providerId="ADAL" clId="{7B60E563-4518-4CCE-974E-BC91E59A0147}" dt="2025-04-29T21:36:03.166" v="52" actId="20577"/>
        <pc:sldMasterMkLst>
          <pc:docMk/>
          <pc:sldMasterMk cId="1747979782" sldId="2147483665"/>
        </pc:sldMasterMkLst>
        <pc:sldLayoutChg chg="addSp delSp">
          <pc:chgData name="Rafaela Boletti Duraes Souto" userId="78f52f2a-2d51-4833-a638-c8c75f30638a" providerId="ADAL" clId="{7B60E563-4518-4CCE-974E-BC91E59A0147}" dt="2025-04-29T21:04:23.749" v="10"/>
          <pc:sldLayoutMkLst>
            <pc:docMk/>
            <pc:sldMasterMk cId="1747979782" sldId="2147483665"/>
            <pc:sldLayoutMk cId="1710461186" sldId="2147483706"/>
          </pc:sldLayoutMkLst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0" creationId="{A3E46545-5E91-4C76-87DB-86D3C5ED1CF2}"/>
            </ac:spMkLst>
          </pc:spChg>
          <pc:spChg chg="add del">
            <ac:chgData name="Rafaela Boletti Duraes Souto" userId="78f52f2a-2d51-4833-a638-c8c75f30638a" providerId="ADAL" clId="{7B60E563-4518-4CCE-974E-BC91E59A0147}" dt="2025-04-29T21:03:46.456" v="5" actId="478"/>
            <ac:spMkLst>
              <pc:docMk/>
              <pc:sldMasterMk cId="1747979782" sldId="2147483665"/>
              <pc:sldLayoutMk cId="1710461186" sldId="2147483706"/>
              <ac:spMk id="11" creationId="{6A358EFD-9CBE-414A-A192-43AA89E4BD9D}"/>
            </ac:spMkLst>
          </pc:spChg>
          <pc:spChg chg="add del">
            <ac:chgData name="Rafaela Boletti Duraes Souto" userId="78f52f2a-2d51-4833-a638-c8c75f30638a" providerId="ADAL" clId="{7B60E563-4518-4CCE-974E-BC91E59A0147}" dt="2025-04-29T21:04:23.749" v="10"/>
            <ac:spMkLst>
              <pc:docMk/>
              <pc:sldMasterMk cId="1747979782" sldId="2147483665"/>
              <pc:sldLayoutMk cId="1710461186" sldId="2147483706"/>
              <ac:spMk id="12" creationId="{4BE436D4-4143-4968-90B7-24DD96BF03C4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7" creationId="{40C1AF06-63D9-405D-94ED-2270CB6C71F7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8" creationId="{62EECB98-DDAC-4C03-AAD6-C16BDA5AFA51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9" creationId="{E0A2CFC7-7F55-4D80-A9C7-9E5CB7B01E35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32:31.018" v="36" actId="20577"/>
          <pc:sldLayoutMkLst>
            <pc:docMk/>
            <pc:sldMasterMk cId="1747979782" sldId="2147483665"/>
            <pc:sldLayoutMk cId="146151045" sldId="2147483709"/>
          </pc:sldLayoutMkLst>
          <pc:spChg chg="mod">
            <ac:chgData name="Rafaela Boletti Duraes Souto" userId="78f52f2a-2d51-4833-a638-c8c75f30638a" providerId="ADAL" clId="{7B60E563-4518-4CCE-974E-BC91E59A0147}" dt="2025-04-29T21:32:31.018" v="36" actId="2057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</pc:sldLayoutChg>
        <pc:sldLayoutChg chg="addSp delSp">
          <pc:chgData name="Rafaela Boletti Duraes Souto" userId="78f52f2a-2d51-4833-a638-c8c75f30638a" providerId="ADAL" clId="{7B60E563-4518-4CCE-974E-BC91E59A0147}" dt="2025-04-29T21:05:04.664" v="13"/>
          <pc:sldLayoutMkLst>
            <pc:docMk/>
            <pc:sldMasterMk cId="1747979782" sldId="2147483665"/>
            <pc:sldLayoutMk cId="4078551699" sldId="2147483713"/>
          </pc:sldLayoutMkLst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1" creationId="{C3E1107A-F65D-4446-B549-C15BC6141F64}"/>
            </ac:spMkLst>
          </pc:spChg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2" creationId="{049CF1A5-5C9D-4007-B940-D8710EFCB117}"/>
            </ac:spMkLst>
          </pc:spChg>
          <pc:spChg chg="add">
            <ac:chgData name="Rafaela Boletti Duraes Souto" userId="78f52f2a-2d51-4833-a638-c8c75f30638a" providerId="ADAL" clId="{7B60E563-4518-4CCE-974E-BC91E59A0147}" dt="2025-04-29T21:05:04.664" v="13"/>
            <ac:spMkLst>
              <pc:docMk/>
              <pc:sldMasterMk cId="1747979782" sldId="2147483665"/>
              <pc:sldLayoutMk cId="4078551699" sldId="2147483713"/>
              <ac:spMk id="13" creationId="{3882337C-E7B6-4407-8566-CA16D112E823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07:14.867" v="16" actId="6549"/>
          <pc:sldLayoutMkLst>
            <pc:docMk/>
            <pc:sldMasterMk cId="1747979782" sldId="2147483665"/>
            <pc:sldLayoutMk cId="624351883" sldId="2147483717"/>
          </pc:sldLayoutMkLst>
          <pc:spChg chg="mod">
            <ac:chgData name="Rafaela Boletti Duraes Souto" userId="78f52f2a-2d51-4833-a638-c8c75f30638a" providerId="ADAL" clId="{7B60E563-4518-4CCE-974E-BC91E59A0147}" dt="2025-04-29T21:07:14.867" v="16" actId="6549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</pc:sldLayoutChg>
        <pc:sldLayoutChg chg="addSp delSp modSp">
          <pc:chgData name="Rafaela Boletti Duraes Souto" userId="78f52f2a-2d51-4833-a638-c8c75f30638a" providerId="ADAL" clId="{7B60E563-4518-4CCE-974E-BC91E59A0147}" dt="2025-04-29T21:36:03.166" v="52" actId="20577"/>
          <pc:sldLayoutMkLst>
            <pc:docMk/>
            <pc:sldMasterMk cId="1747979782" sldId="2147483665"/>
            <pc:sldLayoutMk cId="2049671676" sldId="2147483722"/>
          </pc:sldLayoutMkLst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3" creationId="{5DB21FAF-8D04-492A-8B51-65E48BD9D09F}"/>
            </ac:spMkLst>
          </pc:spChg>
          <pc:spChg chg="add">
            <ac:chgData name="Rafaela Boletti Duraes Souto" userId="78f52f2a-2d51-4833-a638-c8c75f30638a" providerId="ADAL" clId="{7B60E563-4518-4CCE-974E-BC91E59A0147}" dt="2025-04-29T21:35:54.947" v="38"/>
            <ac:spMkLst>
              <pc:docMk/>
              <pc:sldMasterMk cId="1747979782" sldId="2147483665"/>
              <pc:sldLayoutMk cId="2049671676" sldId="2147483722"/>
              <ac:spMk id="7" creationId="{501599B7-B559-460E-8E98-42C40007A311}"/>
            </ac:spMkLst>
          </pc:spChg>
          <pc:spChg chg="add del">
            <ac:chgData name="Rafaela Boletti Duraes Souto" userId="78f52f2a-2d51-4833-a638-c8c75f30638a" providerId="ADAL" clId="{7B60E563-4518-4CCE-974E-BC91E59A0147}" dt="2025-04-29T21:35:54.460" v="37" actId="478"/>
            <ac:spMkLst>
              <pc:docMk/>
              <pc:sldMasterMk cId="1747979782" sldId="2147483665"/>
              <pc:sldLayoutMk cId="2049671676" sldId="2147483722"/>
              <ac:spMk id="8" creationId="{04364BF6-4DD9-45C1-9529-E3D06719ED49}"/>
            </ac:spMkLst>
          </pc:spChg>
          <pc:spChg chg="add mod">
            <ac:chgData name="Rafaela Boletti Duraes Souto" userId="78f52f2a-2d51-4833-a638-c8c75f30638a" providerId="ADAL" clId="{7B60E563-4518-4CCE-974E-BC91E59A0147}" dt="2025-04-29T21:36:03.166" v="52" actId="20577"/>
            <ac:spMkLst>
              <pc:docMk/>
              <pc:sldMasterMk cId="1747979782" sldId="2147483665"/>
              <pc:sldLayoutMk cId="2049671676" sldId="2147483722"/>
              <ac:spMk id="9" creationId="{840FC257-47AF-4C6D-A7A2-B2395DDAD82F}"/>
            </ac:spMkLst>
          </pc:spChg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13" creationId="{17037748-DFFD-4BFA-B7A4-BB654E3EA668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D7D07A88-457F-4574-B6BE-9519291766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5D7A07A-259D-4CEA-81CE-FEDACA8F63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D2343C-BD3C-4650-924C-40706B7DFBCE}" type="datetimeFigureOut">
              <a:rPr lang="pt-BR" smtClean="0"/>
              <a:t>04/09/2026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7703FD9-7361-466E-91A1-4ADEB15814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58AADEA-D638-498E-9E05-EF298B306F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00BD3-4CF8-40A1-8E72-061B8653E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6722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FDBEBC-B96E-46E8-8EEF-3A4138A33DC3}" type="datetimeFigureOut">
              <a:rPr lang="pt-BR" smtClean="0"/>
              <a:t>04/09/2026</a:t>
            </a:fld>
            <a:endParaRPr lang="pt-BR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792163" y="1143000"/>
            <a:ext cx="5273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BR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C3EDC0-8BE0-4B53-981B-0D2AEC565C4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43592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4936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0A0C1047-DDEB-44F3-BA14-D5D5F27D52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5261" y="811755"/>
            <a:ext cx="3315187" cy="273128"/>
          </a:xfrm>
          <a:prstGeom prst="rect">
            <a:avLst/>
          </a:prstGeom>
        </p:spPr>
      </p:pic>
      <p:pic>
        <p:nvPicPr>
          <p:cNvPr id="9" name="Imagem 8" descr="Uma imagem contendo Logotipo&#10;&#10;Descrição gerada automaticamente">
            <a:extLst>
              <a:ext uri="{FF2B5EF4-FFF2-40B4-BE49-F238E27FC236}">
                <a16:creationId xmlns:a16="http://schemas.microsoft.com/office/drawing/2014/main" id="{082683C9-74AE-4684-A14E-41C2DCACD63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688" y="8159219"/>
            <a:ext cx="517261" cy="63022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E0A6C22-436C-4B77-A4F7-793D7337E944}"/>
              </a:ext>
            </a:extLst>
          </p:cNvPr>
          <p:cNvSpPr txBox="1"/>
          <p:nvPr userDrawn="1"/>
        </p:nvSpPr>
        <p:spPr>
          <a:xfrm>
            <a:off x="827201" y="3475196"/>
            <a:ext cx="14747649" cy="1354217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pt-BR" sz="2400" b="0" kern="0" spc="50" baseline="0" dirty="0">
                <a:solidFill>
                  <a:schemeClr val="bg1"/>
                </a:solidFill>
                <a:latin typeface="+mj-lt"/>
                <a:ea typeface="+mj-ea"/>
                <a:cs typeface="Arial" panose="020B0604020202020204" pitchFamily="34" charset="0"/>
              </a:rPr>
              <a:t>TEMPLATE PARA ENTREGA DO PROJETO DA DISCIPLINA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3000" b="1" kern="0" spc="5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Projeto em Business Intelligence e Analytics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2400" b="0" kern="0" spc="2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Fase 2: Apresentação Executiva</a:t>
            </a:r>
          </a:p>
        </p:txBody>
      </p:sp>
      <p:sp>
        <p:nvSpPr>
          <p:cNvPr id="11" name="Espaço Reservado para Texto 2">
            <a:extLst>
              <a:ext uri="{FF2B5EF4-FFF2-40B4-BE49-F238E27FC236}">
                <a16:creationId xmlns:a16="http://schemas.microsoft.com/office/drawing/2014/main" id="{783820C5-5F22-4F09-B5A1-247AFB5E986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29025" y="5696348"/>
            <a:ext cx="14544000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600" b="1" kern="2600" spc="60" baseline="0">
                <a:solidFill>
                  <a:srgbClr val="C8AF8C"/>
                </a:solidFill>
                <a:latin typeface="+mn-lt"/>
              </a:defRPr>
            </a:lvl1pPr>
            <a:lvl2pPr marL="457200" indent="0">
              <a:buNone/>
              <a:defRPr sz="2200">
                <a:solidFill>
                  <a:srgbClr val="A5804F"/>
                </a:solidFill>
                <a:latin typeface="+mj-lt"/>
              </a:defRPr>
            </a:lvl2pPr>
            <a:lvl3pPr marL="914400" indent="0">
              <a:buNone/>
              <a:defRPr sz="2200">
                <a:solidFill>
                  <a:srgbClr val="A5804F"/>
                </a:solidFill>
                <a:latin typeface="+mj-lt"/>
              </a:defRPr>
            </a:lvl3pPr>
            <a:lvl4pPr marL="1371600" indent="0">
              <a:buNone/>
              <a:defRPr sz="2200">
                <a:solidFill>
                  <a:srgbClr val="A5804F"/>
                </a:solidFill>
                <a:latin typeface="+mj-lt"/>
              </a:defRPr>
            </a:lvl4pPr>
            <a:lvl5pPr marL="1828800" indent="0">
              <a:buNone/>
              <a:defRPr sz="2200">
                <a:solidFill>
                  <a:srgbClr val="A5804F"/>
                </a:solidFill>
                <a:latin typeface="+mj-lt"/>
              </a:defRPr>
            </a:lvl5pPr>
          </a:lstStyle>
          <a:p>
            <a:pPr lvl="0"/>
            <a:r>
              <a:rPr lang="pt-BR" dirty="0"/>
              <a:t>Insira aqui seu nome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345E957-C73A-42F0-AD97-4BFEFECA3E70}"/>
              </a:ext>
            </a:extLst>
          </p:cNvPr>
          <p:cNvSpPr txBox="1"/>
          <p:nvPr userDrawn="1"/>
        </p:nvSpPr>
        <p:spPr>
          <a:xfrm>
            <a:off x="928687" y="5398139"/>
            <a:ext cx="14544676" cy="27699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pt-BR" sz="1800" b="0" kern="1200" spc="50" baseline="0" dirty="0">
                <a:solidFill>
                  <a:srgbClr val="C8AF8C"/>
                </a:solidFill>
                <a:latin typeface="+mn-lt"/>
                <a:ea typeface="+mj-ea"/>
                <a:cs typeface="Arial" panose="020B0604020202020204" pitchFamily="34" charset="0"/>
              </a:rPr>
              <a:t>NOME DO ESTUDANTE:</a:t>
            </a:r>
            <a:endParaRPr lang="pt-BR" sz="1800" b="0" kern="1200" spc="50" baseline="0" dirty="0">
              <a:solidFill>
                <a:srgbClr val="C8AF8C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834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5E837148-19BD-4164-965C-6A241D06D853}"/>
              </a:ext>
            </a:extLst>
          </p:cNvPr>
          <p:cNvSpPr/>
          <p:nvPr userDrawn="1"/>
        </p:nvSpPr>
        <p:spPr>
          <a:xfrm>
            <a:off x="0" y="0"/>
            <a:ext cx="16402050" cy="9601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 sz="2422"/>
          </a:p>
        </p:txBody>
      </p:sp>
      <p:sp>
        <p:nvSpPr>
          <p:cNvPr id="8" name="CaixaDeTexto 16">
            <a:extLst>
              <a:ext uri="{FF2B5EF4-FFF2-40B4-BE49-F238E27FC236}">
                <a16:creationId xmlns:a16="http://schemas.microsoft.com/office/drawing/2014/main" id="{973AD855-C71D-41C0-8F1D-FEFA9D3A9581}"/>
              </a:ext>
            </a:extLst>
          </p:cNvPr>
          <p:cNvSpPr txBox="1"/>
          <p:nvPr userDrawn="1"/>
        </p:nvSpPr>
        <p:spPr>
          <a:xfrm>
            <a:off x="7301025" y="0"/>
            <a:ext cx="1800000" cy="529092"/>
          </a:xfrm>
          <a:prstGeom prst="rect">
            <a:avLst/>
          </a:prstGeom>
          <a:solidFill>
            <a:srgbClr val="192350"/>
          </a:solidFill>
        </p:spPr>
        <p:txBody>
          <a:bodyPr wrap="square" lIns="0" tIns="144000" rIns="0" bIns="7200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lnSpc>
                <a:spcPts val="2600"/>
              </a:lnSpc>
            </a:pPr>
            <a:r>
              <a:rPr lang="pt-BR" sz="1800" b="0" i="0" kern="1800" spc="100" baseline="0" dirty="0">
                <a:solidFill>
                  <a:srgbClr val="DAE3F3"/>
                </a:solidFill>
                <a:effectLst/>
                <a:latin typeface="+mn-lt"/>
                <a:ea typeface="+mn-ea"/>
                <a:cs typeface="+mn-cs"/>
              </a:rPr>
              <a:t>ORIENTAÇÕES</a:t>
            </a:r>
            <a:endParaRPr lang="pt-BR" sz="1600" b="0" i="0" kern="1800" spc="100" baseline="0" dirty="0">
              <a:solidFill>
                <a:srgbClr val="DAE3F3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9" name="CaixaDeTexto 18">
            <a:extLst>
              <a:ext uri="{FF2B5EF4-FFF2-40B4-BE49-F238E27FC236}">
                <a16:creationId xmlns:a16="http://schemas.microsoft.com/office/drawing/2014/main" id="{1353A036-17D9-4E9E-9704-A08842166D53}"/>
              </a:ext>
            </a:extLst>
          </p:cNvPr>
          <p:cNvSpPr txBox="1"/>
          <p:nvPr userDrawn="1"/>
        </p:nvSpPr>
        <p:spPr>
          <a:xfrm>
            <a:off x="4031841" y="8422747"/>
            <a:ext cx="8338369" cy="5165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 rtl="0" eaLnBrk="1" latinLnBrk="0" hangingPunct="1">
              <a:lnSpc>
                <a:spcPts val="2000"/>
              </a:lnSpc>
              <a:spcBef>
                <a:spcPct val="0"/>
              </a:spcBef>
              <a:buNone/>
            </a:pPr>
            <a:r>
              <a:rPr lang="pt-BR" sz="2000" b="1" kern="1200" spc="20" baseline="0" dirty="0">
                <a:solidFill>
                  <a:srgbClr val="C00000"/>
                </a:solidFill>
                <a:latin typeface="+mj-lt"/>
                <a:ea typeface="+mj-ea"/>
                <a:cs typeface="Arial" panose="020B0604020202020204" pitchFamily="34" charset="0"/>
              </a:rPr>
              <a:t>Antes de converter o arquivo em PDF, exclua este slide ou no painel de miniaturas à esquerda clique na miniatura do slide e clique em ‘Ocultar Slide’.</a:t>
            </a:r>
          </a:p>
        </p:txBody>
      </p:sp>
      <p:pic>
        <p:nvPicPr>
          <p:cNvPr id="10" name="Gráfico 20" descr="Aviso">
            <a:extLst>
              <a:ext uri="{FF2B5EF4-FFF2-40B4-BE49-F238E27FC236}">
                <a16:creationId xmlns:a16="http://schemas.microsoft.com/office/drawing/2014/main" id="{BB788BAF-7DDB-4210-A352-F3FA18110B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1025" y="8004494"/>
            <a:ext cx="360000" cy="360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4B73456F-61AF-4547-97EF-7A33FBA993AC}"/>
              </a:ext>
            </a:extLst>
          </p:cNvPr>
          <p:cNvSpPr txBox="1"/>
          <p:nvPr userDrawn="1"/>
        </p:nvSpPr>
        <p:spPr>
          <a:xfrm>
            <a:off x="2207366" y="3112631"/>
            <a:ext cx="11987319" cy="230832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Este é o template para você estruturar a </a:t>
            </a:r>
            <a:r>
              <a:rPr lang="pt-BR" sz="2600" b="1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Apresentação Executiva </a:t>
            </a: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de seu projeto.</a:t>
            </a:r>
          </a:p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Essa atividade é parte da entrega da Fase 2.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(As ferramentas podem ser Tableau,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PowerBI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, Google Analytics ou Google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Colab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.)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endParaRPr lang="pt-BR" sz="2600" baseline="0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0" indent="0" algn="ctr">
              <a:lnSpc>
                <a:spcPts val="3000"/>
              </a:lnSpc>
              <a:spcAft>
                <a:spcPts val="180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Se necessário duplicar o slide, no painel de miniaturas à esquerda clique na miniatura do slide e clique em ‘Duplicar Slide’. </a:t>
            </a:r>
          </a:p>
        </p:txBody>
      </p:sp>
    </p:spTree>
    <p:extLst>
      <p:ext uri="{BB962C8B-B14F-4D97-AF65-F5344CB8AC3E}">
        <p14:creationId xmlns:p14="http://schemas.microsoft.com/office/powerpoint/2010/main" val="9595561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2" name="Espaço Reservado para Texto 9">
            <a:extLst>
              <a:ext uri="{FF2B5EF4-FFF2-40B4-BE49-F238E27FC236}">
                <a16:creationId xmlns:a16="http://schemas.microsoft.com/office/drawing/2014/main" id="{4BE436D4-4143-4968-90B7-24DD96BF03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9" y="1416050"/>
            <a:ext cx="14544674" cy="74533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</p:spTree>
    <p:extLst>
      <p:ext uri="{BB962C8B-B14F-4D97-AF65-F5344CB8AC3E}">
        <p14:creationId xmlns:p14="http://schemas.microsoft.com/office/powerpoint/2010/main" val="1710461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5952F1E-9BCB-47C9-8499-7411F93F85A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211025" y="4503298"/>
            <a:ext cx="1980000" cy="59460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9659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7979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7" r:id="rId2"/>
    <p:sldLayoutId id="2147483706" r:id="rId3"/>
    <p:sldLayoutId id="2147483694" r:id="rId4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87" userDrawn="1">
          <p15:clr>
            <a:srgbClr val="F26B43"/>
          </p15:clr>
        </p15:guide>
        <p15:guide id="2" pos="9747" userDrawn="1">
          <p15:clr>
            <a:srgbClr val="F26B43"/>
          </p15:clr>
        </p15:guide>
        <p15:guide id="3" orient="horz" pos="461" userDrawn="1">
          <p15:clr>
            <a:srgbClr val="F26B43"/>
          </p15:clr>
        </p15:guide>
        <p15:guide id="4" pos="585" userDrawn="1">
          <p15:clr>
            <a:srgbClr val="F26B43"/>
          </p15:clr>
        </p15:guide>
        <p15:guide id="5" pos="5166" userDrawn="1">
          <p15:clr>
            <a:srgbClr val="F26B43"/>
          </p15:clr>
        </p15:guide>
        <p15:guide id="6" orient="horz" pos="892" userDrawn="1">
          <p15:clr>
            <a:srgbClr val="F26B43"/>
          </p15:clr>
        </p15:guide>
        <p15:guide id="7" orient="horz" pos="10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web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webp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79DC85DF-50FF-41FE-83AA-46E29EBCE7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pt-BR" dirty="0"/>
              <a:t>Felipe Pinheiro Fossá</a:t>
            </a:r>
          </a:p>
        </p:txBody>
      </p:sp>
    </p:spTree>
    <p:extLst>
      <p:ext uri="{BB962C8B-B14F-4D97-AF65-F5344CB8AC3E}">
        <p14:creationId xmlns:p14="http://schemas.microsoft.com/office/powerpoint/2010/main" val="341837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8243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9F231F41-DE0E-41DF-BB7D-7FA8E186A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Contexto e Objetivo do projeto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F834370D-68EB-9495-487A-5EC0B0687029}"/>
              </a:ext>
            </a:extLst>
          </p:cNvPr>
          <p:cNvSpPr txBox="1">
            <a:spLocks/>
          </p:cNvSpPr>
          <p:nvPr/>
        </p:nvSpPr>
        <p:spPr>
          <a:xfrm>
            <a:off x="928688" y="2666852"/>
            <a:ext cx="14544674" cy="928007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Problema de negócio</a:t>
            </a: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campeonato brasileiro Serie A rebaixa 4 clubes a cada temporada, com forte impacto financeiro e esportivo para os clubes envolvidos. O projeto usa dados históricos de desempenho (2006 – 2025) para estimar de formar antecipada, o risco de rebaixamento de cada clube.</a:t>
            </a:r>
          </a:p>
          <a:p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E7B9B9ED-1583-657A-D390-7826F2B5CA73}"/>
              </a:ext>
            </a:extLst>
          </p:cNvPr>
          <p:cNvSpPr txBox="1">
            <a:spLocks/>
          </p:cNvSpPr>
          <p:nvPr/>
        </p:nvSpPr>
        <p:spPr>
          <a:xfrm>
            <a:off x="928688" y="4463258"/>
            <a:ext cx="14544674" cy="625401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 geral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Transformar dados de desempenho clube-temporada em um indicador preditivo de risco de rebaixamento, apresentado por meio de uma solução de BI e Analytics.</a:t>
            </a:r>
          </a:p>
        </p:txBody>
      </p:sp>
      <p:sp>
        <p:nvSpPr>
          <p:cNvPr id="12" name="Espaço Reservado para Texto 1">
            <a:extLst>
              <a:ext uri="{FF2B5EF4-FFF2-40B4-BE49-F238E27FC236}">
                <a16:creationId xmlns:a16="http://schemas.microsoft.com/office/drawing/2014/main" id="{E2A04869-DECF-FE40-5AF3-003ED549D9FE}"/>
              </a:ext>
            </a:extLst>
          </p:cNvPr>
          <p:cNvSpPr txBox="1">
            <a:spLocks/>
          </p:cNvSpPr>
          <p:nvPr/>
        </p:nvSpPr>
        <p:spPr>
          <a:xfrm>
            <a:off x="928688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Espaço Reservado para Texto 1">
            <a:extLst>
              <a:ext uri="{FF2B5EF4-FFF2-40B4-BE49-F238E27FC236}">
                <a16:creationId xmlns:a16="http://schemas.microsoft.com/office/drawing/2014/main" id="{EBDC9E87-DD7A-4D29-92DA-F418FD785941}"/>
              </a:ext>
            </a:extLst>
          </p:cNvPr>
          <p:cNvSpPr txBox="1">
            <a:spLocks/>
          </p:cNvSpPr>
          <p:nvPr/>
        </p:nvSpPr>
        <p:spPr>
          <a:xfrm>
            <a:off x="1680487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Indicador de risco por clube</a:t>
            </a:r>
          </a:p>
        </p:txBody>
      </p:sp>
      <p:sp>
        <p:nvSpPr>
          <p:cNvPr id="8" name="Espaço Reservado para Texto 1">
            <a:extLst>
              <a:ext uri="{FF2B5EF4-FFF2-40B4-BE49-F238E27FC236}">
                <a16:creationId xmlns:a16="http://schemas.microsoft.com/office/drawing/2014/main" id="{569BB56C-4C80-B1BD-0E6E-2B88BCBB3208}"/>
              </a:ext>
            </a:extLst>
          </p:cNvPr>
          <p:cNvSpPr txBox="1">
            <a:spLocks/>
          </p:cNvSpPr>
          <p:nvPr/>
        </p:nvSpPr>
        <p:spPr>
          <a:xfrm>
            <a:off x="1680487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Probabilidade de rebaixamento calculada para cada um dos 20 clubes da Série A na temporada de 2025</a:t>
            </a:r>
          </a:p>
        </p:txBody>
      </p:sp>
      <p:sp>
        <p:nvSpPr>
          <p:cNvPr id="13" name="Espaço Reservado para Texto 1">
            <a:extLst>
              <a:ext uri="{FF2B5EF4-FFF2-40B4-BE49-F238E27FC236}">
                <a16:creationId xmlns:a16="http://schemas.microsoft.com/office/drawing/2014/main" id="{4F9DD5DE-18D1-0B86-2969-4C3E8ABC928B}"/>
              </a:ext>
            </a:extLst>
          </p:cNvPr>
          <p:cNvSpPr txBox="1">
            <a:spLocks/>
          </p:cNvSpPr>
          <p:nvPr/>
        </p:nvSpPr>
        <p:spPr>
          <a:xfrm>
            <a:off x="6007894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Espaço Reservado para Texto 1">
            <a:extLst>
              <a:ext uri="{FF2B5EF4-FFF2-40B4-BE49-F238E27FC236}">
                <a16:creationId xmlns:a16="http://schemas.microsoft.com/office/drawing/2014/main" id="{F23F6F5F-9970-72F5-152A-8E786A5DAC62}"/>
              </a:ext>
            </a:extLst>
          </p:cNvPr>
          <p:cNvSpPr txBox="1">
            <a:spLocks/>
          </p:cNvSpPr>
          <p:nvPr/>
        </p:nvSpPr>
        <p:spPr>
          <a:xfrm>
            <a:off x="6759693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 preditivo</a:t>
            </a:r>
          </a:p>
        </p:txBody>
      </p:sp>
      <p:sp>
        <p:nvSpPr>
          <p:cNvPr id="21" name="Espaço Reservado para Texto 1">
            <a:extLst>
              <a:ext uri="{FF2B5EF4-FFF2-40B4-BE49-F238E27FC236}">
                <a16:creationId xmlns:a16="http://schemas.microsoft.com/office/drawing/2014/main" id="{8A49E1DA-82AC-08C6-0A73-773474DD29F6}"/>
              </a:ext>
            </a:extLst>
          </p:cNvPr>
          <p:cNvSpPr txBox="1">
            <a:spLocks/>
          </p:cNvSpPr>
          <p:nvPr/>
        </p:nvSpPr>
        <p:spPr>
          <a:xfrm>
            <a:off x="11087100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Espaço Reservado para Texto 1">
            <a:extLst>
              <a:ext uri="{FF2B5EF4-FFF2-40B4-BE49-F238E27FC236}">
                <a16:creationId xmlns:a16="http://schemas.microsoft.com/office/drawing/2014/main" id="{731D9D1B-7803-2595-ADB0-46EB27F42EB5}"/>
              </a:ext>
            </a:extLst>
          </p:cNvPr>
          <p:cNvSpPr txBox="1">
            <a:spLocks/>
          </p:cNvSpPr>
          <p:nvPr/>
        </p:nvSpPr>
        <p:spPr>
          <a:xfrm>
            <a:off x="11838899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</a:p>
        </p:txBody>
      </p:sp>
      <p:cxnSp>
        <p:nvCxnSpPr>
          <p:cNvPr id="27" name="Conexão reta 26">
            <a:extLst>
              <a:ext uri="{FF2B5EF4-FFF2-40B4-BE49-F238E27FC236}">
                <a16:creationId xmlns:a16="http://schemas.microsoft.com/office/drawing/2014/main" id="{0A8C47B2-4CFE-1289-FC3F-F7025F5EB329}"/>
              </a:ext>
            </a:extLst>
          </p:cNvPr>
          <p:cNvCxnSpPr>
            <a:cxnSpLocks/>
          </p:cNvCxnSpPr>
          <p:nvPr/>
        </p:nvCxnSpPr>
        <p:spPr>
          <a:xfrm flipV="1">
            <a:off x="997744" y="4088550"/>
            <a:ext cx="1440656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xão reta 27">
            <a:extLst>
              <a:ext uri="{FF2B5EF4-FFF2-40B4-BE49-F238E27FC236}">
                <a16:creationId xmlns:a16="http://schemas.microsoft.com/office/drawing/2014/main" id="{C6B4D194-B3B8-27A4-D371-D795AF40E102}"/>
              </a:ext>
            </a:extLst>
          </p:cNvPr>
          <p:cNvCxnSpPr>
            <a:cxnSpLocks/>
          </p:cNvCxnSpPr>
          <p:nvPr/>
        </p:nvCxnSpPr>
        <p:spPr>
          <a:xfrm flipV="1">
            <a:off x="997744" y="2271248"/>
            <a:ext cx="1440656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Espaço Reservado para Texto 1">
            <a:extLst>
              <a:ext uri="{FF2B5EF4-FFF2-40B4-BE49-F238E27FC236}">
                <a16:creationId xmlns:a16="http://schemas.microsoft.com/office/drawing/2014/main" id="{A9032A32-8494-E1D9-E2C3-627CEC1EC8C3}"/>
              </a:ext>
            </a:extLst>
          </p:cNvPr>
          <p:cNvSpPr txBox="1">
            <a:spLocks/>
          </p:cNvSpPr>
          <p:nvPr/>
        </p:nvSpPr>
        <p:spPr>
          <a:xfrm>
            <a:off x="6759693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Regressão Logística treinada com dados de 2006 a 2024, usando a posição final como variável preditiva.</a:t>
            </a:r>
          </a:p>
        </p:txBody>
      </p:sp>
      <p:sp>
        <p:nvSpPr>
          <p:cNvPr id="32" name="Espaço Reservado para Texto 1">
            <a:extLst>
              <a:ext uri="{FF2B5EF4-FFF2-40B4-BE49-F238E27FC236}">
                <a16:creationId xmlns:a16="http://schemas.microsoft.com/office/drawing/2014/main" id="{67737EF5-677D-2BFC-E9E9-856CC0993796}"/>
              </a:ext>
            </a:extLst>
          </p:cNvPr>
          <p:cNvSpPr txBox="1">
            <a:spLocks/>
          </p:cNvSpPr>
          <p:nvPr/>
        </p:nvSpPr>
        <p:spPr>
          <a:xfrm>
            <a:off x="11838899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KPIs e visualizações disponíveis no Tableau Public, alimentados pela base analítica do projeto.</a:t>
            </a:r>
          </a:p>
        </p:txBody>
      </p:sp>
    </p:spTree>
    <p:extLst>
      <p:ext uri="{BB962C8B-B14F-4D97-AF65-F5344CB8AC3E}">
        <p14:creationId xmlns:p14="http://schemas.microsoft.com/office/powerpoint/2010/main" val="4066044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D453A-9751-19EC-9464-641604180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18F062C9-E3AD-D14A-1BEB-4D891D061D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Arquitetura da Solução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0C80FD07-592A-FC9C-6497-B84BC4628C24}"/>
              </a:ext>
            </a:extLst>
          </p:cNvPr>
          <p:cNvSpPr txBox="1">
            <a:spLocks/>
          </p:cNvSpPr>
          <p:nvPr/>
        </p:nvSpPr>
        <p:spPr>
          <a:xfrm>
            <a:off x="6162992" y="2041451"/>
            <a:ext cx="9310369" cy="17036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Ferramentas utilizadas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  Python (pandas, scikit-learn): preparação de dados e modelagem preditiva;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Jupyter notebook: desenvolvimento e documentação da análise;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Tableau Public: construção e publicação do dashboard;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Git/Github: documentação e histórico do projeto.</a:t>
            </a:r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2034A440-FCF4-6B33-6585-66297D8FA9F0}"/>
              </a:ext>
            </a:extLst>
          </p:cNvPr>
          <p:cNvSpPr txBox="1">
            <a:spLocks/>
          </p:cNvSpPr>
          <p:nvPr/>
        </p:nvSpPr>
        <p:spPr>
          <a:xfrm>
            <a:off x="6162992" y="3857608"/>
            <a:ext cx="2104798" cy="4550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Pipeline da solução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5840391-6E96-1BF7-34E3-A173871486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737" y="2041451"/>
            <a:ext cx="5294117" cy="6617646"/>
          </a:xfrm>
          <a:prstGeom prst="rect">
            <a:avLst/>
          </a:prstGeom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</p:pic>
      <p:sp>
        <p:nvSpPr>
          <p:cNvPr id="11" name="Espaço Reservado para Texto 1">
            <a:extLst>
              <a:ext uri="{FF2B5EF4-FFF2-40B4-BE49-F238E27FC236}">
                <a16:creationId xmlns:a16="http://schemas.microsoft.com/office/drawing/2014/main" id="{2A37608E-33FB-922F-A7A3-B4F0D3B99BEF}"/>
              </a:ext>
            </a:extLst>
          </p:cNvPr>
          <p:cNvSpPr txBox="1">
            <a:spLocks/>
          </p:cNvSpPr>
          <p:nvPr/>
        </p:nvSpPr>
        <p:spPr>
          <a:xfrm>
            <a:off x="6162992" y="6162102"/>
            <a:ext cx="9310369" cy="699685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Repositorio: </a:t>
            </a:r>
            <a:r>
              <a:rPr lang="pt-BR" sz="1600" dirty="0">
                <a:solidFill>
                  <a:srgbClr val="333333"/>
                </a:solidFill>
              </a:rPr>
              <a:t>github.com/FelipePinheiro964/Projeto-Em-Business-Intelligence-e-Analytics</a:t>
            </a:r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12AC9E0-8745-86C3-F4D0-0E15AA71A1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2992" y="4370466"/>
            <a:ext cx="1375116" cy="1375116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725373C1-0109-E1BE-EA7A-614C5EDBCC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09583" y="4375160"/>
            <a:ext cx="1528752" cy="1528752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D5E3CD0E-419B-53D1-37AF-D251EF6AA5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1344" y="4370466"/>
            <a:ext cx="585199" cy="678831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2DC6EF2B-2B87-02DF-90ED-3DC13C37CD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3758" y="4861270"/>
            <a:ext cx="704079" cy="704079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96BBE995-1C79-097C-290D-266DEA251D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93487" y="4709881"/>
            <a:ext cx="1543528" cy="865882"/>
          </a:xfrm>
          <a:prstGeom prst="rect">
            <a:avLst/>
          </a:prstGeom>
        </p:spPr>
      </p:pic>
      <p:cxnSp>
        <p:nvCxnSpPr>
          <p:cNvPr id="21" name="Conexão reta unidirecional 20">
            <a:extLst>
              <a:ext uri="{FF2B5EF4-FFF2-40B4-BE49-F238E27FC236}">
                <a16:creationId xmlns:a16="http://schemas.microsoft.com/office/drawing/2014/main" id="{D1997E0B-B04D-7029-8A65-F8D7E7A670A4}"/>
              </a:ext>
            </a:extLst>
          </p:cNvPr>
          <p:cNvCxnSpPr/>
          <p:nvPr/>
        </p:nvCxnSpPr>
        <p:spPr>
          <a:xfrm>
            <a:off x="7691790" y="5139536"/>
            <a:ext cx="576000" cy="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Conexão reta unidirecional 21">
            <a:extLst>
              <a:ext uri="{FF2B5EF4-FFF2-40B4-BE49-F238E27FC236}">
                <a16:creationId xmlns:a16="http://schemas.microsoft.com/office/drawing/2014/main" id="{CFDEC7BE-093F-416E-782E-908D025FF4E0}"/>
              </a:ext>
            </a:extLst>
          </p:cNvPr>
          <p:cNvCxnSpPr/>
          <p:nvPr/>
        </p:nvCxnSpPr>
        <p:spPr>
          <a:xfrm>
            <a:off x="10242176" y="5148272"/>
            <a:ext cx="576000" cy="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Conexão reta unidirecional 22">
            <a:extLst>
              <a:ext uri="{FF2B5EF4-FFF2-40B4-BE49-F238E27FC236}">
                <a16:creationId xmlns:a16="http://schemas.microsoft.com/office/drawing/2014/main" id="{7AE804C6-E45A-72D3-3CF0-2EA935C897E4}"/>
              </a:ext>
            </a:extLst>
          </p:cNvPr>
          <p:cNvCxnSpPr/>
          <p:nvPr/>
        </p:nvCxnSpPr>
        <p:spPr>
          <a:xfrm>
            <a:off x="13093963" y="5213309"/>
            <a:ext cx="576000" cy="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4710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0378000"/>
      </p:ext>
    </p:extLst>
  </p:cSld>
  <p:clrMapOvr>
    <a:masterClrMapping/>
  </p:clrMapOvr>
</p:sld>
</file>

<file path=ppt/theme/theme1.xml><?xml version="1.0" encoding="utf-8"?>
<a:theme xmlns:a="http://schemas.openxmlformats.org/drawingml/2006/main" name="Extensionista_Mapa_de_Empatia">
  <a:themeElements>
    <a:clrScheme name="Personalizada 8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4925">
          <a:noFill/>
        </a:ln>
      </a:spPr>
      <a:bodyPr lIns="0" tIns="0" rIns="0" bIns="0" rtlCol="0" anchor="t"/>
      <a:lstStyle>
        <a:defPPr algn="l">
          <a:lnSpc>
            <a:spcPct val="100000"/>
          </a:lnSpc>
          <a:defRPr sz="1600" b="1" spc="50" dirty="0" smtClean="0">
            <a:solidFill>
              <a:srgbClr val="19266B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  <a:ln w="9525">
          <a:solidFill>
            <a:srgbClr val="4B00DC"/>
          </a:solidFill>
        </a:ln>
      </a:spPr>
      <a:bodyPr wrap="square" lIns="72000" tIns="72000" rIns="72000" bIns="72000" rtlCol="0" anchor="ctr" anchorCtr="0">
        <a:spAutoFit/>
      </a:bodyPr>
      <a:lstStyle>
        <a:defPPr algn="ctr" fontAlgn="base">
          <a:lnSpc>
            <a:spcPts val="2400"/>
          </a:lnSpc>
          <a:defRPr sz="2000" b="0" kern="1800" spc="-10" baseline="0" dirty="0" smtClean="0">
            <a:solidFill>
              <a:srgbClr val="4B00DC"/>
            </a:solidFill>
            <a:effectLst/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Extensionista_Mapa_de_Empatia" id="{1E0A14DB-EACD-4C09-970D-9B74786C02BA}" vid="{A356B5F9-4AF9-4532-8AB7-0B7F924627A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0B80C79D672AC42A1970465DFBE826F" ma:contentTypeVersion="15" ma:contentTypeDescription="Crie um novo documento." ma:contentTypeScope="" ma:versionID="2eefaa1e6d6c44dc16da2b9d163c9050">
  <xsd:schema xmlns:xsd="http://www.w3.org/2001/XMLSchema" xmlns:xs="http://www.w3.org/2001/XMLSchema" xmlns:p="http://schemas.microsoft.com/office/2006/metadata/properties" xmlns:ns3="6439f31e-650a-4110-90ce-dedea4761958" xmlns:ns4="0c1d693f-504f-4903-8fa4-fc4240ce4f11" targetNamespace="http://schemas.microsoft.com/office/2006/metadata/properties" ma:root="true" ma:fieldsID="0d3e9c37c1323d55a0c2b9c866021e93" ns3:_="" ns4:_="">
    <xsd:import namespace="6439f31e-650a-4110-90ce-dedea4761958"/>
    <xsd:import namespace="0c1d693f-504f-4903-8fa4-fc4240ce4f1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39f31e-650a-4110-90ce-dedea47619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1d693f-504f-4903-8fa4-fc4240ce4f11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439f31e-650a-4110-90ce-dedea4761958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4840938-E05E-4C2F-BC8B-C9AED83822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439f31e-650a-4110-90ce-dedea4761958"/>
    <ds:schemaRef ds:uri="0c1d693f-504f-4903-8fa4-fc4240ce4f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C5DC577-20A1-4512-B4E1-28F0CC21B7A7}">
  <ds:schemaRefs>
    <ds:schemaRef ds:uri="http://schemas.microsoft.com/office/2006/documentManagement/types"/>
    <ds:schemaRef ds:uri="http://purl.org/dc/elements/1.1/"/>
    <ds:schemaRef ds:uri="http://schemas.microsoft.com/office/2006/metadata/properties"/>
    <ds:schemaRef ds:uri="6439f31e-650a-4110-90ce-dedea4761958"/>
    <ds:schemaRef ds:uri="http://purl.org/dc/terms/"/>
    <ds:schemaRef ds:uri="http://schemas.openxmlformats.org/package/2006/metadata/core-properties"/>
    <ds:schemaRef ds:uri="http://purl.org/dc/dcmitype/"/>
    <ds:schemaRef ds:uri="0c1d693f-504f-4903-8fa4-fc4240ce4f11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F16D510D-55C7-43E2-BA4A-72786699A12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Extensionista_Mapa_de_Empatia</Template>
  <TotalTime>2350</TotalTime>
  <Words>206</Words>
  <Application>Microsoft Office PowerPoint</Application>
  <PresentationFormat>Personalizados</PresentationFormat>
  <Paragraphs>21</Paragraphs>
  <Slides>5</Slides>
  <Notes>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Extensionista_Mapa_de_Empatia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Rafaela Boletti Duraes Souto</dc:creator>
  <cp:lastModifiedBy>FELIPE PINHEIRO FOSSA</cp:lastModifiedBy>
  <cp:revision>266</cp:revision>
  <dcterms:created xsi:type="dcterms:W3CDTF">2024-07-05T13:08:06Z</dcterms:created>
  <dcterms:modified xsi:type="dcterms:W3CDTF">2026-09-05T02:02:34Z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0x010100D0B80C79D672AC42A1970465DFBE826F</vt:lpwstr>
  </property>
  <property fmtid="{D5CDD505-2E9C-101B-9397-08002B2CF9AE}" pid="3" name="MSIP_Label_086c2b39-4223-4d15-bcb9-787ea17e6435_Enabled">
    <vt:lpwstr>true</vt:lpwstr>
  </property>
  <property fmtid="{D5CDD505-2E9C-101B-9397-08002B2CF9AE}" pid="4" name="MSIP_Label_086c2b39-4223-4d15-bcb9-787ea17e6435_SetDate">
    <vt:lpwstr>2025-05-08T19:30:29Z</vt:lpwstr>
  </property>
  <property fmtid="{D5CDD505-2E9C-101B-9397-08002B2CF9AE}" pid="5" name="MSIP_Label_086c2b39-4223-4d15-bcb9-787ea17e6435_Method">
    <vt:lpwstr>Standard</vt:lpwstr>
  </property>
  <property fmtid="{D5CDD505-2E9C-101B-9397-08002B2CF9AE}" pid="6" name="MSIP_Label_086c2b39-4223-4d15-bcb9-787ea17e6435_Name">
    <vt:lpwstr>086c2b39-4223-4d15-bcb9-787ea17e6435</vt:lpwstr>
  </property>
  <property fmtid="{D5CDD505-2E9C-101B-9397-08002B2CF9AE}" pid="7" name="MSIP_Label_086c2b39-4223-4d15-bcb9-787ea17e6435_SiteId">
    <vt:lpwstr>7575b092-fc5f-4f6c-b7a5-9e9ef7aca80d</vt:lpwstr>
  </property>
  <property fmtid="{D5CDD505-2E9C-101B-9397-08002B2CF9AE}" pid="8" name="MSIP_Label_086c2b39-4223-4d15-bcb9-787ea17e6435_ActionId">
    <vt:lpwstr>e72fddd9-a87f-4e4f-8e80-f02fe8eadf91</vt:lpwstr>
  </property>
  <property fmtid="{D5CDD505-2E9C-101B-9397-08002B2CF9AE}" pid="9" name="MSIP_Label_086c2b39-4223-4d15-bcb9-787ea17e6435_ContentBits">
    <vt:lpwstr>0</vt:lpwstr>
  </property>
  <property fmtid="{D5CDD505-2E9C-101B-9397-08002B2CF9AE}" pid="10" name="MSIP_Label_086c2b39-4223-4d15-bcb9-787ea17e6435_Tag">
    <vt:lpwstr>10, 3, 0, 1</vt:lpwstr>
  </property>
</Properties>
</file>